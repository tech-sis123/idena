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DM Sans Medium"/>
      <p:regular r:id="rId12"/>
      <p:bold r:id="rId13"/>
      <p:italic r:id="rId14"/>
      <p:boldItalic r:id="rId15"/>
    </p:embeddedFont>
    <p:embeddedFont>
      <p:font typeface="Sansita"/>
      <p:regular r:id="rId16"/>
      <p:bold r:id="rId17"/>
      <p:italic r:id="rId18"/>
      <p:boldItalic r:id="rId19"/>
    </p:embeddedFont>
    <p:embeddedFont>
      <p:font typeface="DM Sans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DMSans-boldItalic.fntdata"/><Relationship Id="rId13" Type="http://schemas.openxmlformats.org/officeDocument/2006/relationships/font" Target="fonts/DMSansMedium-bold.fntdata"/><Relationship Id="rId12" Type="http://schemas.openxmlformats.org/officeDocument/2006/relationships/font" Target="fonts/DMSans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DMSansMedium-boldItalic.fntdata"/><Relationship Id="rId14" Type="http://schemas.openxmlformats.org/officeDocument/2006/relationships/font" Target="fonts/DMSansMedium-italic.fntdata"/><Relationship Id="rId17" Type="http://schemas.openxmlformats.org/officeDocument/2006/relationships/font" Target="fonts/Sansita-bold.fntdata"/><Relationship Id="rId16" Type="http://schemas.openxmlformats.org/officeDocument/2006/relationships/font" Target="fonts/Sansita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Sansita-boldItalic.fntdata"/><Relationship Id="rId6" Type="http://schemas.openxmlformats.org/officeDocument/2006/relationships/slide" Target="slides/slide1.xml"/><Relationship Id="rId18" Type="http://schemas.openxmlformats.org/officeDocument/2006/relationships/font" Target="fonts/Sansit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4ec4fcfb6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e4ec4fcfb6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4ec4fcfb6_2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e4ec4fcfb6_2_1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4ec4fcfb6_2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now, I can only create and edit one slide at a time. You can ask to edit this slide or create a new one.</a:t>
            </a:r>
            <a:endParaRPr/>
          </a:p>
        </p:txBody>
      </p:sp>
      <p:sp>
        <p:nvSpPr>
          <p:cNvPr id="289" name="Google Shape;289;g3e4ec4fcfb6_2_2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e4ec4fcfb6_2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e4ec4fcfb6_2_3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e4ec4fcfb6_2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3e4ec4fcfb6_2_4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e4ec4fcfb6_2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g3e4ec4fcfb6_2_5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C4D9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 rot="-2700000">
            <a:off x="3044987" y="948460"/>
            <a:ext cx="3002882" cy="3075212"/>
            <a:chOff x="0" y="-38100"/>
            <a:chExt cx="1581765" cy="1619865"/>
          </a:xfrm>
        </p:grpSpPr>
        <p:sp>
          <p:nvSpPr>
            <p:cNvPr id="85" name="Google Shape;85;p13"/>
            <p:cNvSpPr/>
            <p:nvPr/>
          </p:nvSpPr>
          <p:spPr>
            <a:xfrm>
              <a:off x="0" y="0"/>
              <a:ext cx="1581765" cy="1581765"/>
            </a:xfrm>
            <a:custGeom>
              <a:rect b="b" l="l" r="r" t="t"/>
              <a:pathLst>
                <a:path extrusionOk="0" h="1581765" w="1581765">
                  <a:moveTo>
                    <a:pt x="0" y="0"/>
                  </a:moveTo>
                  <a:lnTo>
                    <a:pt x="1581765" y="0"/>
                  </a:lnTo>
                  <a:lnTo>
                    <a:pt x="1581765" y="1581765"/>
                  </a:lnTo>
                  <a:lnTo>
                    <a:pt x="0" y="1581765"/>
                  </a:lnTo>
                  <a:close/>
                </a:path>
              </a:pathLst>
            </a:custGeom>
            <a:solidFill>
              <a:srgbClr val="3A3C3F"/>
            </a:solidFill>
            <a:ln>
              <a:noFill/>
            </a:ln>
          </p:spPr>
        </p:sp>
        <p:sp>
          <p:nvSpPr>
            <p:cNvPr id="86" name="Google Shape;86;p13"/>
            <p:cNvSpPr txBox="1"/>
            <p:nvPr/>
          </p:nvSpPr>
          <p:spPr>
            <a:xfrm>
              <a:off x="0" y="-38100"/>
              <a:ext cx="1581765" cy="16198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3"/>
          <p:cNvGrpSpPr/>
          <p:nvPr/>
        </p:nvGrpSpPr>
        <p:grpSpPr>
          <a:xfrm rot="-2700000">
            <a:off x="3337891" y="1241364"/>
            <a:ext cx="2417073" cy="2489403"/>
            <a:chOff x="0" y="-38100"/>
            <a:chExt cx="1273191" cy="1311291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1273191" cy="1273191"/>
            </a:xfrm>
            <a:custGeom>
              <a:rect b="b" l="l" r="r" t="t"/>
              <a:pathLst>
                <a:path extrusionOk="0" h="1273191" w="1273191">
                  <a:moveTo>
                    <a:pt x="0" y="0"/>
                  </a:moveTo>
                  <a:lnTo>
                    <a:pt x="1273191" y="0"/>
                  </a:lnTo>
                  <a:lnTo>
                    <a:pt x="1273191" y="1273191"/>
                  </a:lnTo>
                  <a:lnTo>
                    <a:pt x="0" y="1273191"/>
                  </a:lnTo>
                  <a:close/>
                </a:path>
              </a:pathLst>
            </a:custGeom>
            <a:solidFill>
              <a:srgbClr val="BC4D92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38100"/>
              <a:ext cx="1273191" cy="1311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3"/>
          <p:cNvGrpSpPr/>
          <p:nvPr/>
        </p:nvGrpSpPr>
        <p:grpSpPr>
          <a:xfrm rot="-2700000">
            <a:off x="3583039" y="1486512"/>
            <a:ext cx="1926776" cy="1999106"/>
            <a:chOff x="0" y="-38100"/>
            <a:chExt cx="1014927" cy="1053027"/>
          </a:xfrm>
        </p:grpSpPr>
        <p:sp>
          <p:nvSpPr>
            <p:cNvPr id="91" name="Google Shape;91;p13"/>
            <p:cNvSpPr/>
            <p:nvPr/>
          </p:nvSpPr>
          <p:spPr>
            <a:xfrm>
              <a:off x="0" y="0"/>
              <a:ext cx="1014927" cy="1014927"/>
            </a:xfrm>
            <a:custGeom>
              <a:rect b="b" l="l" r="r" t="t"/>
              <a:pathLst>
                <a:path extrusionOk="0" h="1014927" w="1014927">
                  <a:moveTo>
                    <a:pt x="0" y="0"/>
                  </a:moveTo>
                  <a:lnTo>
                    <a:pt x="1014927" y="0"/>
                  </a:lnTo>
                  <a:lnTo>
                    <a:pt x="1014927" y="1014927"/>
                  </a:lnTo>
                  <a:lnTo>
                    <a:pt x="0" y="1014927"/>
                  </a:lnTo>
                  <a:close/>
                </a:path>
              </a:pathLst>
            </a:custGeom>
            <a:solidFill>
              <a:srgbClr val="E33286"/>
            </a:solidFill>
            <a:ln>
              <a:noFill/>
            </a:ln>
          </p:spPr>
        </p:sp>
        <p:sp>
          <p:nvSpPr>
            <p:cNvPr id="92" name="Google Shape;92;p13"/>
            <p:cNvSpPr txBox="1"/>
            <p:nvPr/>
          </p:nvSpPr>
          <p:spPr>
            <a:xfrm>
              <a:off x="0" y="-38100"/>
              <a:ext cx="1014927" cy="1053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13"/>
          <p:cNvGrpSpPr/>
          <p:nvPr/>
        </p:nvGrpSpPr>
        <p:grpSpPr>
          <a:xfrm rot="-2700000">
            <a:off x="412356" y="387349"/>
            <a:ext cx="2076412" cy="2126427"/>
            <a:chOff x="0" y="-38100"/>
            <a:chExt cx="1581765" cy="1619865"/>
          </a:xfrm>
        </p:grpSpPr>
        <p:sp>
          <p:nvSpPr>
            <p:cNvPr id="94" name="Google Shape;94;p13"/>
            <p:cNvSpPr/>
            <p:nvPr/>
          </p:nvSpPr>
          <p:spPr>
            <a:xfrm>
              <a:off x="0" y="0"/>
              <a:ext cx="1581765" cy="1581765"/>
            </a:xfrm>
            <a:custGeom>
              <a:rect b="b" l="l" r="r" t="t"/>
              <a:pathLst>
                <a:path extrusionOk="0" h="1581765" w="1581765">
                  <a:moveTo>
                    <a:pt x="0" y="0"/>
                  </a:moveTo>
                  <a:lnTo>
                    <a:pt x="1581765" y="0"/>
                  </a:lnTo>
                  <a:lnTo>
                    <a:pt x="1581765" y="1581765"/>
                  </a:lnTo>
                  <a:lnTo>
                    <a:pt x="0" y="1581765"/>
                  </a:lnTo>
                  <a:close/>
                </a:path>
              </a:pathLst>
            </a:custGeom>
            <a:solidFill>
              <a:srgbClr val="3A3C3F"/>
            </a:solidFill>
            <a:ln>
              <a:noFill/>
            </a:ln>
          </p:spPr>
        </p:sp>
        <p:sp>
          <p:nvSpPr>
            <p:cNvPr id="95" name="Google Shape;95;p13"/>
            <p:cNvSpPr txBox="1"/>
            <p:nvPr/>
          </p:nvSpPr>
          <p:spPr>
            <a:xfrm>
              <a:off x="0" y="-38100"/>
              <a:ext cx="1581765" cy="16198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575" lIns="17575" spcFirstLastPara="1" rIns="17575" wrap="square" tIns="17575">
              <a:noAutofit/>
            </a:bodyPr>
            <a:lstStyle/>
            <a:p>
              <a:pPr indent="0" lvl="0" marL="0" marR="0" rtl="0" algn="ctr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13"/>
          <p:cNvGrpSpPr/>
          <p:nvPr/>
        </p:nvGrpSpPr>
        <p:grpSpPr>
          <a:xfrm rot="-2700000">
            <a:off x="614892" y="589884"/>
            <a:ext cx="1671341" cy="1721356"/>
            <a:chOff x="0" y="-38100"/>
            <a:chExt cx="1273191" cy="1311291"/>
          </a:xfrm>
        </p:grpSpPr>
        <p:sp>
          <p:nvSpPr>
            <p:cNvPr id="97" name="Google Shape;97;p13"/>
            <p:cNvSpPr/>
            <p:nvPr/>
          </p:nvSpPr>
          <p:spPr>
            <a:xfrm>
              <a:off x="0" y="0"/>
              <a:ext cx="1273191" cy="1273191"/>
            </a:xfrm>
            <a:custGeom>
              <a:rect b="b" l="l" r="r" t="t"/>
              <a:pathLst>
                <a:path extrusionOk="0" h="1273191" w="1273191">
                  <a:moveTo>
                    <a:pt x="0" y="0"/>
                  </a:moveTo>
                  <a:lnTo>
                    <a:pt x="1273191" y="0"/>
                  </a:lnTo>
                  <a:lnTo>
                    <a:pt x="1273191" y="1273191"/>
                  </a:lnTo>
                  <a:lnTo>
                    <a:pt x="0" y="1273191"/>
                  </a:lnTo>
                  <a:close/>
                </a:path>
              </a:pathLst>
            </a:custGeom>
            <a:solidFill>
              <a:srgbClr val="BC4D92"/>
            </a:solidFill>
            <a:ln>
              <a:noFill/>
            </a:ln>
          </p:spPr>
        </p:sp>
        <p:sp>
          <p:nvSpPr>
            <p:cNvPr id="98" name="Google Shape;98;p13"/>
            <p:cNvSpPr txBox="1"/>
            <p:nvPr/>
          </p:nvSpPr>
          <p:spPr>
            <a:xfrm>
              <a:off x="0" y="-38100"/>
              <a:ext cx="1273191" cy="1311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575" lIns="17575" spcFirstLastPara="1" rIns="17575" wrap="square" tIns="17575">
              <a:noAutofit/>
            </a:bodyPr>
            <a:lstStyle/>
            <a:p>
              <a:pPr indent="0" lvl="0" marL="0" marR="0" rtl="0" algn="ctr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3"/>
          <p:cNvGrpSpPr/>
          <p:nvPr/>
        </p:nvGrpSpPr>
        <p:grpSpPr>
          <a:xfrm rot="-2700000">
            <a:off x="784405" y="759398"/>
            <a:ext cx="1332314" cy="1382329"/>
            <a:chOff x="0" y="-38100"/>
            <a:chExt cx="1014927" cy="1053027"/>
          </a:xfrm>
        </p:grpSpPr>
        <p:sp>
          <p:nvSpPr>
            <p:cNvPr id="100" name="Google Shape;100;p13"/>
            <p:cNvSpPr/>
            <p:nvPr/>
          </p:nvSpPr>
          <p:spPr>
            <a:xfrm>
              <a:off x="0" y="0"/>
              <a:ext cx="1014927" cy="1014927"/>
            </a:xfrm>
            <a:custGeom>
              <a:rect b="b" l="l" r="r" t="t"/>
              <a:pathLst>
                <a:path extrusionOk="0" h="1014927" w="1014927">
                  <a:moveTo>
                    <a:pt x="0" y="0"/>
                  </a:moveTo>
                  <a:lnTo>
                    <a:pt x="1014927" y="0"/>
                  </a:lnTo>
                  <a:lnTo>
                    <a:pt x="1014927" y="1014927"/>
                  </a:lnTo>
                  <a:lnTo>
                    <a:pt x="0" y="1014927"/>
                  </a:lnTo>
                  <a:close/>
                </a:path>
              </a:pathLst>
            </a:custGeom>
            <a:solidFill>
              <a:srgbClr val="E33286"/>
            </a:solidFill>
            <a:ln>
              <a:noFill/>
            </a:ln>
          </p:spPr>
        </p:sp>
        <p:sp>
          <p:nvSpPr>
            <p:cNvPr id="101" name="Google Shape;101;p13"/>
            <p:cNvSpPr txBox="1"/>
            <p:nvPr/>
          </p:nvSpPr>
          <p:spPr>
            <a:xfrm>
              <a:off x="0" y="-38100"/>
              <a:ext cx="1014927" cy="1053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575" lIns="17575" spcFirstLastPara="1" rIns="17575" wrap="square" tIns="17575">
              <a:noAutofit/>
            </a:bodyPr>
            <a:lstStyle/>
            <a:p>
              <a:pPr indent="0" lvl="0" marL="0" marR="0" rtl="0" algn="ctr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13"/>
          <p:cNvGrpSpPr/>
          <p:nvPr/>
        </p:nvGrpSpPr>
        <p:grpSpPr>
          <a:xfrm rot="-2700000">
            <a:off x="6619866" y="2594359"/>
            <a:ext cx="2076412" cy="2126427"/>
            <a:chOff x="0" y="-38100"/>
            <a:chExt cx="1581765" cy="1619865"/>
          </a:xfrm>
        </p:grpSpPr>
        <p:sp>
          <p:nvSpPr>
            <p:cNvPr id="103" name="Google Shape;103;p13"/>
            <p:cNvSpPr/>
            <p:nvPr/>
          </p:nvSpPr>
          <p:spPr>
            <a:xfrm>
              <a:off x="0" y="0"/>
              <a:ext cx="1581765" cy="1581765"/>
            </a:xfrm>
            <a:custGeom>
              <a:rect b="b" l="l" r="r" t="t"/>
              <a:pathLst>
                <a:path extrusionOk="0" h="1581765" w="1581765">
                  <a:moveTo>
                    <a:pt x="0" y="0"/>
                  </a:moveTo>
                  <a:lnTo>
                    <a:pt x="1581765" y="0"/>
                  </a:lnTo>
                  <a:lnTo>
                    <a:pt x="1581765" y="1581765"/>
                  </a:lnTo>
                  <a:lnTo>
                    <a:pt x="0" y="1581765"/>
                  </a:lnTo>
                  <a:close/>
                </a:path>
              </a:pathLst>
            </a:custGeom>
            <a:solidFill>
              <a:srgbClr val="3A3C3F"/>
            </a:solidFill>
            <a:ln>
              <a:noFill/>
            </a:ln>
          </p:spPr>
        </p:sp>
        <p:sp>
          <p:nvSpPr>
            <p:cNvPr id="104" name="Google Shape;104;p13"/>
            <p:cNvSpPr txBox="1"/>
            <p:nvPr/>
          </p:nvSpPr>
          <p:spPr>
            <a:xfrm>
              <a:off x="0" y="-38100"/>
              <a:ext cx="1581765" cy="16198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575" lIns="17575" spcFirstLastPara="1" rIns="17575" wrap="square" tIns="17575">
              <a:noAutofit/>
            </a:bodyPr>
            <a:lstStyle/>
            <a:p>
              <a:pPr indent="0" lvl="0" marL="0" marR="0" rtl="0" algn="ctr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3"/>
          <p:cNvGrpSpPr/>
          <p:nvPr/>
        </p:nvGrpSpPr>
        <p:grpSpPr>
          <a:xfrm rot="-2700000">
            <a:off x="6822402" y="2796894"/>
            <a:ext cx="1671341" cy="1721356"/>
            <a:chOff x="0" y="-38100"/>
            <a:chExt cx="1273191" cy="1311291"/>
          </a:xfrm>
        </p:grpSpPr>
        <p:sp>
          <p:nvSpPr>
            <p:cNvPr id="106" name="Google Shape;106;p13"/>
            <p:cNvSpPr/>
            <p:nvPr/>
          </p:nvSpPr>
          <p:spPr>
            <a:xfrm>
              <a:off x="0" y="0"/>
              <a:ext cx="1273191" cy="1273191"/>
            </a:xfrm>
            <a:custGeom>
              <a:rect b="b" l="l" r="r" t="t"/>
              <a:pathLst>
                <a:path extrusionOk="0" h="1273191" w="1273191">
                  <a:moveTo>
                    <a:pt x="0" y="0"/>
                  </a:moveTo>
                  <a:lnTo>
                    <a:pt x="1273191" y="0"/>
                  </a:lnTo>
                  <a:lnTo>
                    <a:pt x="1273191" y="1273191"/>
                  </a:lnTo>
                  <a:lnTo>
                    <a:pt x="0" y="1273191"/>
                  </a:lnTo>
                  <a:close/>
                </a:path>
              </a:pathLst>
            </a:custGeom>
            <a:solidFill>
              <a:srgbClr val="BC4D92"/>
            </a:solidFill>
            <a:ln>
              <a:noFill/>
            </a:ln>
          </p:spPr>
        </p:sp>
        <p:sp>
          <p:nvSpPr>
            <p:cNvPr id="107" name="Google Shape;107;p13"/>
            <p:cNvSpPr txBox="1"/>
            <p:nvPr/>
          </p:nvSpPr>
          <p:spPr>
            <a:xfrm>
              <a:off x="0" y="-38100"/>
              <a:ext cx="1273191" cy="1311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575" lIns="17575" spcFirstLastPara="1" rIns="17575" wrap="square" tIns="17575">
              <a:noAutofit/>
            </a:bodyPr>
            <a:lstStyle/>
            <a:p>
              <a:pPr indent="0" lvl="0" marL="0" marR="0" rtl="0" algn="ctr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13"/>
          <p:cNvGrpSpPr/>
          <p:nvPr/>
        </p:nvGrpSpPr>
        <p:grpSpPr>
          <a:xfrm rot="-2700000">
            <a:off x="6991915" y="2966408"/>
            <a:ext cx="1332314" cy="1382329"/>
            <a:chOff x="0" y="-38100"/>
            <a:chExt cx="1014927" cy="1053027"/>
          </a:xfrm>
        </p:grpSpPr>
        <p:sp>
          <p:nvSpPr>
            <p:cNvPr id="109" name="Google Shape;109;p13"/>
            <p:cNvSpPr/>
            <p:nvPr/>
          </p:nvSpPr>
          <p:spPr>
            <a:xfrm>
              <a:off x="0" y="0"/>
              <a:ext cx="1014927" cy="1014927"/>
            </a:xfrm>
            <a:custGeom>
              <a:rect b="b" l="l" r="r" t="t"/>
              <a:pathLst>
                <a:path extrusionOk="0" h="1014927" w="1014927">
                  <a:moveTo>
                    <a:pt x="0" y="0"/>
                  </a:moveTo>
                  <a:lnTo>
                    <a:pt x="1014927" y="0"/>
                  </a:lnTo>
                  <a:lnTo>
                    <a:pt x="1014927" y="1014927"/>
                  </a:lnTo>
                  <a:lnTo>
                    <a:pt x="0" y="1014927"/>
                  </a:lnTo>
                  <a:close/>
                </a:path>
              </a:pathLst>
            </a:custGeom>
            <a:solidFill>
              <a:srgbClr val="E33286"/>
            </a:solidFill>
            <a:ln>
              <a:noFill/>
            </a:ln>
          </p:spPr>
        </p:sp>
        <p:sp>
          <p:nvSpPr>
            <p:cNvPr id="110" name="Google Shape;110;p13"/>
            <p:cNvSpPr txBox="1"/>
            <p:nvPr/>
          </p:nvSpPr>
          <p:spPr>
            <a:xfrm>
              <a:off x="0" y="-38100"/>
              <a:ext cx="1014927" cy="1053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575" lIns="17575" spcFirstLastPara="1" rIns="17575" wrap="square" tIns="17575">
              <a:noAutofit/>
            </a:bodyPr>
            <a:lstStyle/>
            <a:p>
              <a:pPr indent="0" lvl="0" marL="0" marR="0" rtl="0" algn="ctr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3"/>
          <p:cNvGrpSpPr/>
          <p:nvPr/>
        </p:nvGrpSpPr>
        <p:grpSpPr>
          <a:xfrm rot="-2700000">
            <a:off x="1260490" y="2910986"/>
            <a:ext cx="1818502" cy="1862304"/>
            <a:chOff x="0" y="-38100"/>
            <a:chExt cx="1581765" cy="1619865"/>
          </a:xfrm>
        </p:grpSpPr>
        <p:sp>
          <p:nvSpPr>
            <p:cNvPr id="112" name="Google Shape;112;p13"/>
            <p:cNvSpPr/>
            <p:nvPr/>
          </p:nvSpPr>
          <p:spPr>
            <a:xfrm>
              <a:off x="0" y="0"/>
              <a:ext cx="1581765" cy="1581765"/>
            </a:xfrm>
            <a:custGeom>
              <a:rect b="b" l="l" r="r" t="t"/>
              <a:pathLst>
                <a:path extrusionOk="0" h="1581765" w="1581765">
                  <a:moveTo>
                    <a:pt x="0" y="0"/>
                  </a:moveTo>
                  <a:lnTo>
                    <a:pt x="1581765" y="0"/>
                  </a:lnTo>
                  <a:lnTo>
                    <a:pt x="1581765" y="1581765"/>
                  </a:lnTo>
                  <a:lnTo>
                    <a:pt x="0" y="1581765"/>
                  </a:lnTo>
                  <a:close/>
                </a:path>
              </a:pathLst>
            </a:custGeom>
            <a:solidFill>
              <a:srgbClr val="3A3C3F"/>
            </a:solidFill>
            <a:ln>
              <a:noFill/>
            </a:ln>
          </p:spPr>
        </p:sp>
        <p:sp>
          <p:nvSpPr>
            <p:cNvPr id="113" name="Google Shape;113;p13"/>
            <p:cNvSpPr txBox="1"/>
            <p:nvPr/>
          </p:nvSpPr>
          <p:spPr>
            <a:xfrm>
              <a:off x="0" y="-38100"/>
              <a:ext cx="1581765" cy="16198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375" lIns="15375" spcFirstLastPara="1" rIns="15375" wrap="square" tIns="15375">
              <a:noAutofit/>
            </a:bodyPr>
            <a:lstStyle/>
            <a:p>
              <a:pPr indent="0" lvl="0" marL="0" marR="0" rtl="0" algn="ctr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13"/>
          <p:cNvGrpSpPr/>
          <p:nvPr/>
        </p:nvGrpSpPr>
        <p:grpSpPr>
          <a:xfrm rot="-2700000">
            <a:off x="1437869" y="3088365"/>
            <a:ext cx="1463744" cy="1507547"/>
            <a:chOff x="0" y="-38100"/>
            <a:chExt cx="1273191" cy="1311291"/>
          </a:xfrm>
        </p:grpSpPr>
        <p:sp>
          <p:nvSpPr>
            <p:cNvPr id="115" name="Google Shape;115;p13"/>
            <p:cNvSpPr/>
            <p:nvPr/>
          </p:nvSpPr>
          <p:spPr>
            <a:xfrm>
              <a:off x="0" y="0"/>
              <a:ext cx="1273191" cy="1273191"/>
            </a:xfrm>
            <a:custGeom>
              <a:rect b="b" l="l" r="r" t="t"/>
              <a:pathLst>
                <a:path extrusionOk="0" h="1273191" w="1273191">
                  <a:moveTo>
                    <a:pt x="0" y="0"/>
                  </a:moveTo>
                  <a:lnTo>
                    <a:pt x="1273191" y="0"/>
                  </a:lnTo>
                  <a:lnTo>
                    <a:pt x="1273191" y="1273191"/>
                  </a:lnTo>
                  <a:lnTo>
                    <a:pt x="0" y="1273191"/>
                  </a:lnTo>
                  <a:close/>
                </a:path>
              </a:pathLst>
            </a:custGeom>
            <a:solidFill>
              <a:srgbClr val="BC4D92"/>
            </a:solidFill>
            <a:ln>
              <a:noFill/>
            </a:ln>
          </p:spPr>
        </p:sp>
        <p:sp>
          <p:nvSpPr>
            <p:cNvPr id="116" name="Google Shape;116;p13"/>
            <p:cNvSpPr txBox="1"/>
            <p:nvPr/>
          </p:nvSpPr>
          <p:spPr>
            <a:xfrm>
              <a:off x="0" y="-38100"/>
              <a:ext cx="1273191" cy="1311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375" lIns="15375" spcFirstLastPara="1" rIns="15375" wrap="square" tIns="15375">
              <a:noAutofit/>
            </a:bodyPr>
            <a:lstStyle/>
            <a:p>
              <a:pPr indent="0" lvl="0" marL="0" marR="0" rtl="0" algn="ctr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p13"/>
          <p:cNvGrpSpPr/>
          <p:nvPr/>
        </p:nvGrpSpPr>
        <p:grpSpPr>
          <a:xfrm rot="-2700000">
            <a:off x="1586327" y="3236823"/>
            <a:ext cx="1166828" cy="1210630"/>
            <a:chOff x="0" y="-38100"/>
            <a:chExt cx="1014927" cy="1053027"/>
          </a:xfrm>
        </p:grpSpPr>
        <p:sp>
          <p:nvSpPr>
            <p:cNvPr id="118" name="Google Shape;118;p13"/>
            <p:cNvSpPr/>
            <p:nvPr/>
          </p:nvSpPr>
          <p:spPr>
            <a:xfrm>
              <a:off x="0" y="0"/>
              <a:ext cx="1014927" cy="1014927"/>
            </a:xfrm>
            <a:custGeom>
              <a:rect b="b" l="l" r="r" t="t"/>
              <a:pathLst>
                <a:path extrusionOk="0" h="1014927" w="1014927">
                  <a:moveTo>
                    <a:pt x="0" y="0"/>
                  </a:moveTo>
                  <a:lnTo>
                    <a:pt x="1014927" y="0"/>
                  </a:lnTo>
                  <a:lnTo>
                    <a:pt x="1014927" y="1014927"/>
                  </a:lnTo>
                  <a:lnTo>
                    <a:pt x="0" y="1014927"/>
                  </a:lnTo>
                  <a:close/>
                </a:path>
              </a:pathLst>
            </a:custGeom>
            <a:solidFill>
              <a:srgbClr val="E33286"/>
            </a:solidFill>
            <a:ln>
              <a:noFill/>
            </a:ln>
          </p:spPr>
        </p:sp>
        <p:sp>
          <p:nvSpPr>
            <p:cNvPr id="119" name="Google Shape;119;p13"/>
            <p:cNvSpPr txBox="1"/>
            <p:nvPr/>
          </p:nvSpPr>
          <p:spPr>
            <a:xfrm>
              <a:off x="0" y="-38100"/>
              <a:ext cx="1014927" cy="1053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375" lIns="15375" spcFirstLastPara="1" rIns="15375" wrap="square" tIns="15375">
              <a:noAutofit/>
            </a:bodyPr>
            <a:lstStyle/>
            <a:p>
              <a:pPr indent="0" lvl="0" marL="0" marR="0" rtl="0" algn="ctr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" name="Google Shape;120;p13"/>
          <p:cNvGrpSpPr/>
          <p:nvPr/>
        </p:nvGrpSpPr>
        <p:grpSpPr>
          <a:xfrm rot="-2700000">
            <a:off x="6122302" y="339236"/>
            <a:ext cx="1818502" cy="1862304"/>
            <a:chOff x="0" y="-38100"/>
            <a:chExt cx="1581765" cy="1619865"/>
          </a:xfrm>
        </p:grpSpPr>
        <p:sp>
          <p:nvSpPr>
            <p:cNvPr id="121" name="Google Shape;121;p13"/>
            <p:cNvSpPr/>
            <p:nvPr/>
          </p:nvSpPr>
          <p:spPr>
            <a:xfrm>
              <a:off x="0" y="0"/>
              <a:ext cx="1581765" cy="1581765"/>
            </a:xfrm>
            <a:custGeom>
              <a:rect b="b" l="l" r="r" t="t"/>
              <a:pathLst>
                <a:path extrusionOk="0" h="1581765" w="1581765">
                  <a:moveTo>
                    <a:pt x="0" y="0"/>
                  </a:moveTo>
                  <a:lnTo>
                    <a:pt x="1581765" y="0"/>
                  </a:lnTo>
                  <a:lnTo>
                    <a:pt x="1581765" y="1581765"/>
                  </a:lnTo>
                  <a:lnTo>
                    <a:pt x="0" y="1581765"/>
                  </a:lnTo>
                  <a:close/>
                </a:path>
              </a:pathLst>
            </a:custGeom>
            <a:solidFill>
              <a:srgbClr val="3A3C3F"/>
            </a:solidFill>
            <a:ln>
              <a:noFill/>
            </a:ln>
          </p:spPr>
        </p:sp>
        <p:sp>
          <p:nvSpPr>
            <p:cNvPr id="122" name="Google Shape;122;p13"/>
            <p:cNvSpPr txBox="1"/>
            <p:nvPr/>
          </p:nvSpPr>
          <p:spPr>
            <a:xfrm>
              <a:off x="0" y="-38100"/>
              <a:ext cx="1581765" cy="16198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375" lIns="15375" spcFirstLastPara="1" rIns="15375" wrap="square" tIns="15375">
              <a:noAutofit/>
            </a:bodyPr>
            <a:lstStyle/>
            <a:p>
              <a:pPr indent="0" lvl="0" marL="0" marR="0" rtl="0" algn="ctr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13"/>
          <p:cNvGrpSpPr/>
          <p:nvPr/>
        </p:nvGrpSpPr>
        <p:grpSpPr>
          <a:xfrm rot="-2700000">
            <a:off x="6299681" y="516615"/>
            <a:ext cx="1463745" cy="1507547"/>
            <a:chOff x="0" y="-38100"/>
            <a:chExt cx="1273191" cy="1311291"/>
          </a:xfrm>
        </p:grpSpPr>
        <p:sp>
          <p:nvSpPr>
            <p:cNvPr id="124" name="Google Shape;124;p13"/>
            <p:cNvSpPr/>
            <p:nvPr/>
          </p:nvSpPr>
          <p:spPr>
            <a:xfrm>
              <a:off x="0" y="0"/>
              <a:ext cx="1273191" cy="1273191"/>
            </a:xfrm>
            <a:custGeom>
              <a:rect b="b" l="l" r="r" t="t"/>
              <a:pathLst>
                <a:path extrusionOk="0" h="1273191" w="1273191">
                  <a:moveTo>
                    <a:pt x="0" y="0"/>
                  </a:moveTo>
                  <a:lnTo>
                    <a:pt x="1273191" y="0"/>
                  </a:lnTo>
                  <a:lnTo>
                    <a:pt x="1273191" y="1273191"/>
                  </a:lnTo>
                  <a:lnTo>
                    <a:pt x="0" y="1273191"/>
                  </a:lnTo>
                  <a:close/>
                </a:path>
              </a:pathLst>
            </a:custGeom>
            <a:solidFill>
              <a:srgbClr val="BC4D92"/>
            </a:solidFill>
            <a:ln>
              <a:noFill/>
            </a:ln>
          </p:spPr>
        </p:sp>
        <p:sp>
          <p:nvSpPr>
            <p:cNvPr id="125" name="Google Shape;125;p13"/>
            <p:cNvSpPr txBox="1"/>
            <p:nvPr/>
          </p:nvSpPr>
          <p:spPr>
            <a:xfrm>
              <a:off x="0" y="-38100"/>
              <a:ext cx="1273191" cy="1311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375" lIns="15375" spcFirstLastPara="1" rIns="15375" wrap="square" tIns="15375">
              <a:noAutofit/>
            </a:bodyPr>
            <a:lstStyle/>
            <a:p>
              <a:pPr indent="0" lvl="0" marL="0" marR="0" rtl="0" algn="ctr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p13"/>
          <p:cNvGrpSpPr/>
          <p:nvPr/>
        </p:nvGrpSpPr>
        <p:grpSpPr>
          <a:xfrm rot="-2700000">
            <a:off x="6448139" y="665073"/>
            <a:ext cx="1166828" cy="1210630"/>
            <a:chOff x="0" y="-38100"/>
            <a:chExt cx="1014927" cy="1053027"/>
          </a:xfrm>
        </p:grpSpPr>
        <p:sp>
          <p:nvSpPr>
            <p:cNvPr id="127" name="Google Shape;127;p13"/>
            <p:cNvSpPr/>
            <p:nvPr/>
          </p:nvSpPr>
          <p:spPr>
            <a:xfrm>
              <a:off x="0" y="0"/>
              <a:ext cx="1014927" cy="1014927"/>
            </a:xfrm>
            <a:custGeom>
              <a:rect b="b" l="l" r="r" t="t"/>
              <a:pathLst>
                <a:path extrusionOk="0" h="1014927" w="1014927">
                  <a:moveTo>
                    <a:pt x="0" y="0"/>
                  </a:moveTo>
                  <a:lnTo>
                    <a:pt x="1014927" y="0"/>
                  </a:lnTo>
                  <a:lnTo>
                    <a:pt x="1014927" y="1014927"/>
                  </a:lnTo>
                  <a:lnTo>
                    <a:pt x="0" y="1014927"/>
                  </a:lnTo>
                  <a:close/>
                </a:path>
              </a:pathLst>
            </a:custGeom>
            <a:solidFill>
              <a:srgbClr val="E33286"/>
            </a:solidFill>
            <a:ln>
              <a:noFill/>
            </a:ln>
          </p:spPr>
        </p:sp>
        <p:sp>
          <p:nvSpPr>
            <p:cNvPr id="128" name="Google Shape;128;p13"/>
            <p:cNvSpPr txBox="1"/>
            <p:nvPr/>
          </p:nvSpPr>
          <p:spPr>
            <a:xfrm>
              <a:off x="0" y="-38100"/>
              <a:ext cx="1014927" cy="1053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375" lIns="15375" spcFirstLastPara="1" rIns="15375" wrap="square" tIns="15375">
              <a:noAutofit/>
            </a:bodyPr>
            <a:lstStyle/>
            <a:p>
              <a:pPr indent="0" lvl="0" marL="0" marR="0" rtl="0" algn="ctr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13"/>
          <p:cNvGrpSpPr/>
          <p:nvPr/>
        </p:nvGrpSpPr>
        <p:grpSpPr>
          <a:xfrm>
            <a:off x="-2137" y="1727895"/>
            <a:ext cx="9148274" cy="2129730"/>
            <a:chOff x="0" y="-38100"/>
            <a:chExt cx="4818844" cy="1121833"/>
          </a:xfrm>
        </p:grpSpPr>
        <p:sp>
          <p:nvSpPr>
            <p:cNvPr id="130" name="Google Shape;130;p13"/>
            <p:cNvSpPr/>
            <p:nvPr/>
          </p:nvSpPr>
          <p:spPr>
            <a:xfrm>
              <a:off x="0" y="0"/>
              <a:ext cx="4818844" cy="1083733"/>
            </a:xfrm>
            <a:custGeom>
              <a:rect b="b" l="l" r="r" t="t"/>
              <a:pathLst>
                <a:path extrusionOk="0" h="1083733" w="4818844">
                  <a:moveTo>
                    <a:pt x="0" y="0"/>
                  </a:moveTo>
                  <a:lnTo>
                    <a:pt x="4818844" y="0"/>
                  </a:lnTo>
                  <a:lnTo>
                    <a:pt x="4818844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6D1841"/>
            </a:solidFill>
            <a:ln>
              <a:noFill/>
            </a:ln>
          </p:spPr>
        </p:sp>
        <p:sp>
          <p:nvSpPr>
            <p:cNvPr id="131" name="Google Shape;131;p13"/>
            <p:cNvSpPr txBox="1"/>
            <p:nvPr/>
          </p:nvSpPr>
          <p:spPr>
            <a:xfrm>
              <a:off x="0" y="-38100"/>
              <a:ext cx="4818844" cy="11218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13"/>
          <p:cNvSpPr txBox="1"/>
          <p:nvPr/>
        </p:nvSpPr>
        <p:spPr>
          <a:xfrm>
            <a:off x="3367889" y="1899451"/>
            <a:ext cx="5435217" cy="1254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7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BECOMING HER 2.0</a:t>
            </a:r>
            <a:endParaRPr sz="700"/>
          </a:p>
        </p:txBody>
      </p:sp>
      <p:grpSp>
        <p:nvGrpSpPr>
          <p:cNvPr id="133" name="Google Shape;133;p13"/>
          <p:cNvGrpSpPr/>
          <p:nvPr/>
        </p:nvGrpSpPr>
        <p:grpSpPr>
          <a:xfrm rot="-2700000">
            <a:off x="2777492" y="161655"/>
            <a:ext cx="866563" cy="887435"/>
            <a:chOff x="0" y="-38100"/>
            <a:chExt cx="1581765" cy="1619865"/>
          </a:xfrm>
        </p:grpSpPr>
        <p:sp>
          <p:nvSpPr>
            <p:cNvPr id="134" name="Google Shape;134;p13"/>
            <p:cNvSpPr/>
            <p:nvPr/>
          </p:nvSpPr>
          <p:spPr>
            <a:xfrm>
              <a:off x="0" y="0"/>
              <a:ext cx="1581765" cy="1581765"/>
            </a:xfrm>
            <a:custGeom>
              <a:rect b="b" l="l" r="r" t="t"/>
              <a:pathLst>
                <a:path extrusionOk="0" h="1581765" w="1581765">
                  <a:moveTo>
                    <a:pt x="0" y="0"/>
                  </a:moveTo>
                  <a:lnTo>
                    <a:pt x="1581765" y="0"/>
                  </a:lnTo>
                  <a:lnTo>
                    <a:pt x="1581765" y="1581765"/>
                  </a:lnTo>
                  <a:lnTo>
                    <a:pt x="0" y="1581765"/>
                  </a:lnTo>
                  <a:close/>
                </a:path>
              </a:pathLst>
            </a:custGeom>
            <a:solidFill>
              <a:srgbClr val="3A3C3F"/>
            </a:solidFill>
            <a:ln>
              <a:noFill/>
            </a:ln>
          </p:spPr>
        </p:sp>
        <p:sp>
          <p:nvSpPr>
            <p:cNvPr id="135" name="Google Shape;135;p13"/>
            <p:cNvSpPr txBox="1"/>
            <p:nvPr/>
          </p:nvSpPr>
          <p:spPr>
            <a:xfrm>
              <a:off x="0" y="-38100"/>
              <a:ext cx="1581765" cy="16198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25" lIns="7325" spcFirstLastPara="1" rIns="7325" wrap="square" tIns="73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13"/>
          <p:cNvGrpSpPr/>
          <p:nvPr/>
        </p:nvGrpSpPr>
        <p:grpSpPr>
          <a:xfrm rot="-2700000">
            <a:off x="2862018" y="246180"/>
            <a:ext cx="697512" cy="718384"/>
            <a:chOff x="0" y="-38100"/>
            <a:chExt cx="1273191" cy="1311291"/>
          </a:xfrm>
        </p:grpSpPr>
        <p:sp>
          <p:nvSpPr>
            <p:cNvPr id="137" name="Google Shape;137;p13"/>
            <p:cNvSpPr/>
            <p:nvPr/>
          </p:nvSpPr>
          <p:spPr>
            <a:xfrm>
              <a:off x="0" y="0"/>
              <a:ext cx="1273191" cy="1273191"/>
            </a:xfrm>
            <a:custGeom>
              <a:rect b="b" l="l" r="r" t="t"/>
              <a:pathLst>
                <a:path extrusionOk="0" h="1273191" w="1273191">
                  <a:moveTo>
                    <a:pt x="0" y="0"/>
                  </a:moveTo>
                  <a:lnTo>
                    <a:pt x="1273191" y="0"/>
                  </a:lnTo>
                  <a:lnTo>
                    <a:pt x="1273191" y="1273191"/>
                  </a:lnTo>
                  <a:lnTo>
                    <a:pt x="0" y="1273191"/>
                  </a:lnTo>
                  <a:close/>
                </a:path>
              </a:pathLst>
            </a:custGeom>
            <a:solidFill>
              <a:srgbClr val="BC4D92"/>
            </a:solidFill>
            <a:ln>
              <a:noFill/>
            </a:ln>
          </p:spPr>
        </p:sp>
        <p:sp>
          <p:nvSpPr>
            <p:cNvPr id="138" name="Google Shape;138;p13"/>
            <p:cNvSpPr txBox="1"/>
            <p:nvPr/>
          </p:nvSpPr>
          <p:spPr>
            <a:xfrm>
              <a:off x="0" y="-38100"/>
              <a:ext cx="1273191" cy="1311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25" lIns="7325" spcFirstLastPara="1" rIns="7325" wrap="square" tIns="73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3"/>
          <p:cNvGrpSpPr/>
          <p:nvPr/>
        </p:nvGrpSpPr>
        <p:grpSpPr>
          <a:xfrm rot="-2700000">
            <a:off x="2932762" y="316924"/>
            <a:ext cx="556024" cy="576896"/>
            <a:chOff x="0" y="-38100"/>
            <a:chExt cx="1014927" cy="1053027"/>
          </a:xfrm>
        </p:grpSpPr>
        <p:sp>
          <p:nvSpPr>
            <p:cNvPr id="140" name="Google Shape;140;p13"/>
            <p:cNvSpPr/>
            <p:nvPr/>
          </p:nvSpPr>
          <p:spPr>
            <a:xfrm>
              <a:off x="0" y="0"/>
              <a:ext cx="1014927" cy="1014927"/>
            </a:xfrm>
            <a:custGeom>
              <a:rect b="b" l="l" r="r" t="t"/>
              <a:pathLst>
                <a:path extrusionOk="0" h="1014927" w="1014927">
                  <a:moveTo>
                    <a:pt x="0" y="0"/>
                  </a:moveTo>
                  <a:lnTo>
                    <a:pt x="1014927" y="0"/>
                  </a:lnTo>
                  <a:lnTo>
                    <a:pt x="1014927" y="1014927"/>
                  </a:lnTo>
                  <a:lnTo>
                    <a:pt x="0" y="1014927"/>
                  </a:lnTo>
                  <a:close/>
                </a:path>
              </a:pathLst>
            </a:custGeom>
            <a:solidFill>
              <a:srgbClr val="E33286"/>
            </a:solidFill>
            <a:ln>
              <a:noFill/>
            </a:ln>
          </p:spPr>
        </p:sp>
        <p:sp>
          <p:nvSpPr>
            <p:cNvPr id="141" name="Google Shape;141;p13"/>
            <p:cNvSpPr txBox="1"/>
            <p:nvPr/>
          </p:nvSpPr>
          <p:spPr>
            <a:xfrm>
              <a:off x="0" y="-38100"/>
              <a:ext cx="1014927" cy="1053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25" lIns="7325" spcFirstLastPara="1" rIns="7325" wrap="square" tIns="73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3"/>
          <p:cNvGrpSpPr/>
          <p:nvPr/>
        </p:nvGrpSpPr>
        <p:grpSpPr>
          <a:xfrm rot="-2700000">
            <a:off x="5154096" y="161655"/>
            <a:ext cx="866563" cy="887435"/>
            <a:chOff x="0" y="-38100"/>
            <a:chExt cx="1581765" cy="1619865"/>
          </a:xfrm>
        </p:grpSpPr>
        <p:sp>
          <p:nvSpPr>
            <p:cNvPr id="143" name="Google Shape;143;p13"/>
            <p:cNvSpPr/>
            <p:nvPr/>
          </p:nvSpPr>
          <p:spPr>
            <a:xfrm>
              <a:off x="0" y="0"/>
              <a:ext cx="1581765" cy="1581765"/>
            </a:xfrm>
            <a:custGeom>
              <a:rect b="b" l="l" r="r" t="t"/>
              <a:pathLst>
                <a:path extrusionOk="0" h="1581765" w="1581765">
                  <a:moveTo>
                    <a:pt x="0" y="0"/>
                  </a:moveTo>
                  <a:lnTo>
                    <a:pt x="1581765" y="0"/>
                  </a:lnTo>
                  <a:lnTo>
                    <a:pt x="1581765" y="1581765"/>
                  </a:lnTo>
                  <a:lnTo>
                    <a:pt x="0" y="1581765"/>
                  </a:lnTo>
                  <a:close/>
                </a:path>
              </a:pathLst>
            </a:custGeom>
            <a:solidFill>
              <a:srgbClr val="3A3C3F"/>
            </a:solidFill>
            <a:ln>
              <a:noFill/>
            </a:ln>
          </p:spPr>
        </p:sp>
        <p:sp>
          <p:nvSpPr>
            <p:cNvPr id="144" name="Google Shape;144;p13"/>
            <p:cNvSpPr txBox="1"/>
            <p:nvPr/>
          </p:nvSpPr>
          <p:spPr>
            <a:xfrm>
              <a:off x="0" y="-38100"/>
              <a:ext cx="1581765" cy="16198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25" lIns="7325" spcFirstLastPara="1" rIns="7325" wrap="square" tIns="73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" name="Google Shape;145;p13"/>
          <p:cNvGrpSpPr/>
          <p:nvPr/>
        </p:nvGrpSpPr>
        <p:grpSpPr>
          <a:xfrm rot="-2700000">
            <a:off x="5238622" y="246180"/>
            <a:ext cx="697511" cy="718384"/>
            <a:chOff x="0" y="-38100"/>
            <a:chExt cx="1273191" cy="1311291"/>
          </a:xfrm>
        </p:grpSpPr>
        <p:sp>
          <p:nvSpPr>
            <p:cNvPr id="146" name="Google Shape;146;p13"/>
            <p:cNvSpPr/>
            <p:nvPr/>
          </p:nvSpPr>
          <p:spPr>
            <a:xfrm>
              <a:off x="0" y="0"/>
              <a:ext cx="1273191" cy="1273191"/>
            </a:xfrm>
            <a:custGeom>
              <a:rect b="b" l="l" r="r" t="t"/>
              <a:pathLst>
                <a:path extrusionOk="0" h="1273191" w="1273191">
                  <a:moveTo>
                    <a:pt x="0" y="0"/>
                  </a:moveTo>
                  <a:lnTo>
                    <a:pt x="1273191" y="0"/>
                  </a:lnTo>
                  <a:lnTo>
                    <a:pt x="1273191" y="1273191"/>
                  </a:lnTo>
                  <a:lnTo>
                    <a:pt x="0" y="1273191"/>
                  </a:lnTo>
                  <a:close/>
                </a:path>
              </a:pathLst>
            </a:custGeom>
            <a:solidFill>
              <a:srgbClr val="BC4D92"/>
            </a:solidFill>
            <a:ln>
              <a:noFill/>
            </a:ln>
          </p:spPr>
        </p:sp>
        <p:sp>
          <p:nvSpPr>
            <p:cNvPr id="147" name="Google Shape;147;p13"/>
            <p:cNvSpPr txBox="1"/>
            <p:nvPr/>
          </p:nvSpPr>
          <p:spPr>
            <a:xfrm>
              <a:off x="0" y="-38100"/>
              <a:ext cx="1273191" cy="1311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25" lIns="7325" spcFirstLastPara="1" rIns="7325" wrap="square" tIns="73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" name="Google Shape;148;p13"/>
          <p:cNvGrpSpPr/>
          <p:nvPr/>
        </p:nvGrpSpPr>
        <p:grpSpPr>
          <a:xfrm rot="-2700000">
            <a:off x="5309366" y="316924"/>
            <a:ext cx="556024" cy="576896"/>
            <a:chOff x="0" y="-38100"/>
            <a:chExt cx="1014927" cy="1053027"/>
          </a:xfrm>
        </p:grpSpPr>
        <p:sp>
          <p:nvSpPr>
            <p:cNvPr id="149" name="Google Shape;149;p13"/>
            <p:cNvSpPr/>
            <p:nvPr/>
          </p:nvSpPr>
          <p:spPr>
            <a:xfrm>
              <a:off x="0" y="0"/>
              <a:ext cx="1014927" cy="1014927"/>
            </a:xfrm>
            <a:custGeom>
              <a:rect b="b" l="l" r="r" t="t"/>
              <a:pathLst>
                <a:path extrusionOk="0" h="1014927" w="1014927">
                  <a:moveTo>
                    <a:pt x="0" y="0"/>
                  </a:moveTo>
                  <a:lnTo>
                    <a:pt x="1014927" y="0"/>
                  </a:lnTo>
                  <a:lnTo>
                    <a:pt x="1014927" y="1014927"/>
                  </a:lnTo>
                  <a:lnTo>
                    <a:pt x="0" y="1014927"/>
                  </a:lnTo>
                  <a:close/>
                </a:path>
              </a:pathLst>
            </a:custGeom>
            <a:solidFill>
              <a:srgbClr val="E33286"/>
            </a:solidFill>
            <a:ln>
              <a:noFill/>
            </a:ln>
          </p:spPr>
        </p:sp>
        <p:sp>
          <p:nvSpPr>
            <p:cNvPr id="150" name="Google Shape;150;p13"/>
            <p:cNvSpPr txBox="1"/>
            <p:nvPr/>
          </p:nvSpPr>
          <p:spPr>
            <a:xfrm>
              <a:off x="0" y="-38100"/>
              <a:ext cx="1014927" cy="1053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25" lIns="7325" spcFirstLastPara="1" rIns="7325" wrap="square" tIns="73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13"/>
          <p:cNvGrpSpPr/>
          <p:nvPr/>
        </p:nvGrpSpPr>
        <p:grpSpPr>
          <a:xfrm rot="-2700000">
            <a:off x="8090587" y="161655"/>
            <a:ext cx="866562" cy="887435"/>
            <a:chOff x="0" y="-38100"/>
            <a:chExt cx="1581765" cy="1619865"/>
          </a:xfrm>
        </p:grpSpPr>
        <p:sp>
          <p:nvSpPr>
            <p:cNvPr id="152" name="Google Shape;152;p13"/>
            <p:cNvSpPr/>
            <p:nvPr/>
          </p:nvSpPr>
          <p:spPr>
            <a:xfrm>
              <a:off x="0" y="0"/>
              <a:ext cx="1581765" cy="1581765"/>
            </a:xfrm>
            <a:custGeom>
              <a:rect b="b" l="l" r="r" t="t"/>
              <a:pathLst>
                <a:path extrusionOk="0" h="1581765" w="1581765">
                  <a:moveTo>
                    <a:pt x="0" y="0"/>
                  </a:moveTo>
                  <a:lnTo>
                    <a:pt x="1581765" y="0"/>
                  </a:lnTo>
                  <a:lnTo>
                    <a:pt x="1581765" y="1581765"/>
                  </a:lnTo>
                  <a:lnTo>
                    <a:pt x="0" y="1581765"/>
                  </a:lnTo>
                  <a:close/>
                </a:path>
              </a:pathLst>
            </a:custGeom>
            <a:solidFill>
              <a:srgbClr val="3A3C3F"/>
            </a:solidFill>
            <a:ln>
              <a:noFill/>
            </a:ln>
          </p:spPr>
        </p:sp>
        <p:sp>
          <p:nvSpPr>
            <p:cNvPr id="153" name="Google Shape;153;p13"/>
            <p:cNvSpPr txBox="1"/>
            <p:nvPr/>
          </p:nvSpPr>
          <p:spPr>
            <a:xfrm>
              <a:off x="0" y="-38100"/>
              <a:ext cx="1581765" cy="16198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25" lIns="7325" spcFirstLastPara="1" rIns="7325" wrap="square" tIns="73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13"/>
          <p:cNvGrpSpPr/>
          <p:nvPr/>
        </p:nvGrpSpPr>
        <p:grpSpPr>
          <a:xfrm rot="-2700000">
            <a:off x="8175112" y="246180"/>
            <a:ext cx="697511" cy="718384"/>
            <a:chOff x="0" y="-38100"/>
            <a:chExt cx="1273191" cy="1311291"/>
          </a:xfrm>
        </p:grpSpPr>
        <p:sp>
          <p:nvSpPr>
            <p:cNvPr id="155" name="Google Shape;155;p13"/>
            <p:cNvSpPr/>
            <p:nvPr/>
          </p:nvSpPr>
          <p:spPr>
            <a:xfrm>
              <a:off x="0" y="0"/>
              <a:ext cx="1273191" cy="1273191"/>
            </a:xfrm>
            <a:custGeom>
              <a:rect b="b" l="l" r="r" t="t"/>
              <a:pathLst>
                <a:path extrusionOk="0" h="1273191" w="1273191">
                  <a:moveTo>
                    <a:pt x="0" y="0"/>
                  </a:moveTo>
                  <a:lnTo>
                    <a:pt x="1273191" y="0"/>
                  </a:lnTo>
                  <a:lnTo>
                    <a:pt x="1273191" y="1273191"/>
                  </a:lnTo>
                  <a:lnTo>
                    <a:pt x="0" y="1273191"/>
                  </a:lnTo>
                  <a:close/>
                </a:path>
              </a:pathLst>
            </a:custGeom>
            <a:solidFill>
              <a:srgbClr val="BC4D92"/>
            </a:solidFill>
            <a:ln>
              <a:noFill/>
            </a:ln>
          </p:spPr>
        </p:sp>
        <p:sp>
          <p:nvSpPr>
            <p:cNvPr id="156" name="Google Shape;156;p13"/>
            <p:cNvSpPr txBox="1"/>
            <p:nvPr/>
          </p:nvSpPr>
          <p:spPr>
            <a:xfrm>
              <a:off x="0" y="-38100"/>
              <a:ext cx="1273191" cy="1311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25" lIns="7325" spcFirstLastPara="1" rIns="7325" wrap="square" tIns="73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13"/>
          <p:cNvGrpSpPr/>
          <p:nvPr/>
        </p:nvGrpSpPr>
        <p:grpSpPr>
          <a:xfrm rot="-2700000">
            <a:off x="8245856" y="316924"/>
            <a:ext cx="556024" cy="576896"/>
            <a:chOff x="0" y="-38100"/>
            <a:chExt cx="1014927" cy="1053027"/>
          </a:xfrm>
        </p:grpSpPr>
        <p:sp>
          <p:nvSpPr>
            <p:cNvPr id="158" name="Google Shape;158;p13"/>
            <p:cNvSpPr/>
            <p:nvPr/>
          </p:nvSpPr>
          <p:spPr>
            <a:xfrm>
              <a:off x="0" y="0"/>
              <a:ext cx="1014927" cy="1014927"/>
            </a:xfrm>
            <a:custGeom>
              <a:rect b="b" l="l" r="r" t="t"/>
              <a:pathLst>
                <a:path extrusionOk="0" h="1014927" w="1014927">
                  <a:moveTo>
                    <a:pt x="0" y="0"/>
                  </a:moveTo>
                  <a:lnTo>
                    <a:pt x="1014927" y="0"/>
                  </a:lnTo>
                  <a:lnTo>
                    <a:pt x="1014927" y="1014927"/>
                  </a:lnTo>
                  <a:lnTo>
                    <a:pt x="0" y="1014927"/>
                  </a:lnTo>
                  <a:close/>
                </a:path>
              </a:pathLst>
            </a:custGeom>
            <a:solidFill>
              <a:srgbClr val="E33286"/>
            </a:solidFill>
            <a:ln>
              <a:noFill/>
            </a:ln>
          </p:spPr>
        </p:sp>
        <p:sp>
          <p:nvSpPr>
            <p:cNvPr id="159" name="Google Shape;159;p13"/>
            <p:cNvSpPr txBox="1"/>
            <p:nvPr/>
          </p:nvSpPr>
          <p:spPr>
            <a:xfrm>
              <a:off x="0" y="-38100"/>
              <a:ext cx="1014927" cy="1053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25" lIns="7325" spcFirstLastPara="1" rIns="7325" wrap="square" tIns="73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13"/>
          <p:cNvGrpSpPr/>
          <p:nvPr/>
        </p:nvGrpSpPr>
        <p:grpSpPr>
          <a:xfrm rot="-2700000">
            <a:off x="5320503" y="4079650"/>
            <a:ext cx="866563" cy="887435"/>
            <a:chOff x="0" y="-38100"/>
            <a:chExt cx="1581765" cy="1619865"/>
          </a:xfrm>
        </p:grpSpPr>
        <p:sp>
          <p:nvSpPr>
            <p:cNvPr id="161" name="Google Shape;161;p13"/>
            <p:cNvSpPr/>
            <p:nvPr/>
          </p:nvSpPr>
          <p:spPr>
            <a:xfrm>
              <a:off x="0" y="0"/>
              <a:ext cx="1581765" cy="1581765"/>
            </a:xfrm>
            <a:custGeom>
              <a:rect b="b" l="l" r="r" t="t"/>
              <a:pathLst>
                <a:path extrusionOk="0" h="1581765" w="1581765">
                  <a:moveTo>
                    <a:pt x="0" y="0"/>
                  </a:moveTo>
                  <a:lnTo>
                    <a:pt x="1581765" y="0"/>
                  </a:lnTo>
                  <a:lnTo>
                    <a:pt x="1581765" y="1581765"/>
                  </a:lnTo>
                  <a:lnTo>
                    <a:pt x="0" y="1581765"/>
                  </a:lnTo>
                  <a:close/>
                </a:path>
              </a:pathLst>
            </a:custGeom>
            <a:solidFill>
              <a:srgbClr val="3A3C3F"/>
            </a:solidFill>
            <a:ln>
              <a:noFill/>
            </a:ln>
          </p:spPr>
        </p:sp>
        <p:sp>
          <p:nvSpPr>
            <p:cNvPr id="162" name="Google Shape;162;p13"/>
            <p:cNvSpPr txBox="1"/>
            <p:nvPr/>
          </p:nvSpPr>
          <p:spPr>
            <a:xfrm>
              <a:off x="0" y="-38100"/>
              <a:ext cx="1581765" cy="16198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25" lIns="7325" spcFirstLastPara="1" rIns="7325" wrap="square" tIns="73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13"/>
          <p:cNvGrpSpPr/>
          <p:nvPr/>
        </p:nvGrpSpPr>
        <p:grpSpPr>
          <a:xfrm rot="-2700000">
            <a:off x="5405029" y="4164176"/>
            <a:ext cx="697511" cy="718384"/>
            <a:chOff x="0" y="-38100"/>
            <a:chExt cx="1273191" cy="1311291"/>
          </a:xfrm>
        </p:grpSpPr>
        <p:sp>
          <p:nvSpPr>
            <p:cNvPr id="164" name="Google Shape;164;p13"/>
            <p:cNvSpPr/>
            <p:nvPr/>
          </p:nvSpPr>
          <p:spPr>
            <a:xfrm>
              <a:off x="0" y="0"/>
              <a:ext cx="1273191" cy="1273191"/>
            </a:xfrm>
            <a:custGeom>
              <a:rect b="b" l="l" r="r" t="t"/>
              <a:pathLst>
                <a:path extrusionOk="0" h="1273191" w="1273191">
                  <a:moveTo>
                    <a:pt x="0" y="0"/>
                  </a:moveTo>
                  <a:lnTo>
                    <a:pt x="1273191" y="0"/>
                  </a:lnTo>
                  <a:lnTo>
                    <a:pt x="1273191" y="1273191"/>
                  </a:lnTo>
                  <a:lnTo>
                    <a:pt x="0" y="1273191"/>
                  </a:lnTo>
                  <a:close/>
                </a:path>
              </a:pathLst>
            </a:custGeom>
            <a:solidFill>
              <a:srgbClr val="BC4D92"/>
            </a:solidFill>
            <a:ln>
              <a:noFill/>
            </a:ln>
          </p:spPr>
        </p:sp>
        <p:sp>
          <p:nvSpPr>
            <p:cNvPr id="165" name="Google Shape;165;p13"/>
            <p:cNvSpPr txBox="1"/>
            <p:nvPr/>
          </p:nvSpPr>
          <p:spPr>
            <a:xfrm>
              <a:off x="0" y="-38100"/>
              <a:ext cx="1273191" cy="1311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25" lIns="7325" spcFirstLastPara="1" rIns="7325" wrap="square" tIns="73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" name="Google Shape;166;p13"/>
          <p:cNvGrpSpPr/>
          <p:nvPr/>
        </p:nvGrpSpPr>
        <p:grpSpPr>
          <a:xfrm rot="-2700000">
            <a:off x="5475773" y="4234920"/>
            <a:ext cx="556024" cy="576896"/>
            <a:chOff x="0" y="-38100"/>
            <a:chExt cx="1014927" cy="1053027"/>
          </a:xfrm>
        </p:grpSpPr>
        <p:sp>
          <p:nvSpPr>
            <p:cNvPr id="167" name="Google Shape;167;p13"/>
            <p:cNvSpPr/>
            <p:nvPr/>
          </p:nvSpPr>
          <p:spPr>
            <a:xfrm>
              <a:off x="0" y="0"/>
              <a:ext cx="1014927" cy="1014927"/>
            </a:xfrm>
            <a:custGeom>
              <a:rect b="b" l="l" r="r" t="t"/>
              <a:pathLst>
                <a:path extrusionOk="0" h="1014927" w="1014927">
                  <a:moveTo>
                    <a:pt x="0" y="0"/>
                  </a:moveTo>
                  <a:lnTo>
                    <a:pt x="1014927" y="0"/>
                  </a:lnTo>
                  <a:lnTo>
                    <a:pt x="1014927" y="1014927"/>
                  </a:lnTo>
                  <a:lnTo>
                    <a:pt x="0" y="1014927"/>
                  </a:lnTo>
                  <a:close/>
                </a:path>
              </a:pathLst>
            </a:custGeom>
            <a:solidFill>
              <a:srgbClr val="E33286"/>
            </a:solidFill>
            <a:ln>
              <a:noFill/>
            </a:ln>
          </p:spPr>
        </p:sp>
        <p:sp>
          <p:nvSpPr>
            <p:cNvPr id="168" name="Google Shape;168;p13"/>
            <p:cNvSpPr txBox="1"/>
            <p:nvPr/>
          </p:nvSpPr>
          <p:spPr>
            <a:xfrm>
              <a:off x="0" y="-38100"/>
              <a:ext cx="1014927" cy="1053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25" lIns="7325" spcFirstLastPara="1" rIns="7325" wrap="square" tIns="73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" name="Google Shape;169;p13"/>
          <p:cNvGrpSpPr/>
          <p:nvPr/>
        </p:nvGrpSpPr>
        <p:grpSpPr>
          <a:xfrm rot="-2700000">
            <a:off x="3181477" y="4079650"/>
            <a:ext cx="866563" cy="887435"/>
            <a:chOff x="0" y="-38100"/>
            <a:chExt cx="1581765" cy="1619865"/>
          </a:xfrm>
        </p:grpSpPr>
        <p:sp>
          <p:nvSpPr>
            <p:cNvPr id="170" name="Google Shape;170;p13"/>
            <p:cNvSpPr/>
            <p:nvPr/>
          </p:nvSpPr>
          <p:spPr>
            <a:xfrm>
              <a:off x="0" y="0"/>
              <a:ext cx="1581765" cy="1581765"/>
            </a:xfrm>
            <a:custGeom>
              <a:rect b="b" l="l" r="r" t="t"/>
              <a:pathLst>
                <a:path extrusionOk="0" h="1581765" w="1581765">
                  <a:moveTo>
                    <a:pt x="0" y="0"/>
                  </a:moveTo>
                  <a:lnTo>
                    <a:pt x="1581765" y="0"/>
                  </a:lnTo>
                  <a:lnTo>
                    <a:pt x="1581765" y="1581765"/>
                  </a:lnTo>
                  <a:lnTo>
                    <a:pt x="0" y="1581765"/>
                  </a:lnTo>
                  <a:close/>
                </a:path>
              </a:pathLst>
            </a:custGeom>
            <a:solidFill>
              <a:srgbClr val="3A3C3F"/>
            </a:solidFill>
            <a:ln>
              <a:noFill/>
            </a:ln>
          </p:spPr>
        </p:sp>
        <p:sp>
          <p:nvSpPr>
            <p:cNvPr id="171" name="Google Shape;171;p13"/>
            <p:cNvSpPr txBox="1"/>
            <p:nvPr/>
          </p:nvSpPr>
          <p:spPr>
            <a:xfrm>
              <a:off x="0" y="-38100"/>
              <a:ext cx="1581765" cy="16198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25" lIns="7325" spcFirstLastPara="1" rIns="7325" wrap="square" tIns="73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2" name="Google Shape;172;p13"/>
          <p:cNvGrpSpPr/>
          <p:nvPr/>
        </p:nvGrpSpPr>
        <p:grpSpPr>
          <a:xfrm rot="-2700000">
            <a:off x="3266002" y="4164176"/>
            <a:ext cx="697511" cy="718384"/>
            <a:chOff x="0" y="-38100"/>
            <a:chExt cx="1273191" cy="1311291"/>
          </a:xfrm>
        </p:grpSpPr>
        <p:sp>
          <p:nvSpPr>
            <p:cNvPr id="173" name="Google Shape;173;p13"/>
            <p:cNvSpPr/>
            <p:nvPr/>
          </p:nvSpPr>
          <p:spPr>
            <a:xfrm>
              <a:off x="0" y="0"/>
              <a:ext cx="1273191" cy="1273191"/>
            </a:xfrm>
            <a:custGeom>
              <a:rect b="b" l="l" r="r" t="t"/>
              <a:pathLst>
                <a:path extrusionOk="0" h="1273191" w="1273191">
                  <a:moveTo>
                    <a:pt x="0" y="0"/>
                  </a:moveTo>
                  <a:lnTo>
                    <a:pt x="1273191" y="0"/>
                  </a:lnTo>
                  <a:lnTo>
                    <a:pt x="1273191" y="1273191"/>
                  </a:lnTo>
                  <a:lnTo>
                    <a:pt x="0" y="1273191"/>
                  </a:lnTo>
                  <a:close/>
                </a:path>
              </a:pathLst>
            </a:custGeom>
            <a:solidFill>
              <a:srgbClr val="BC4D92"/>
            </a:solidFill>
            <a:ln>
              <a:noFill/>
            </a:ln>
          </p:spPr>
        </p:sp>
        <p:sp>
          <p:nvSpPr>
            <p:cNvPr id="174" name="Google Shape;174;p13"/>
            <p:cNvSpPr txBox="1"/>
            <p:nvPr/>
          </p:nvSpPr>
          <p:spPr>
            <a:xfrm>
              <a:off x="0" y="-38100"/>
              <a:ext cx="1273191" cy="1311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25" lIns="7325" spcFirstLastPara="1" rIns="7325" wrap="square" tIns="73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" name="Google Shape;175;p13"/>
          <p:cNvGrpSpPr/>
          <p:nvPr/>
        </p:nvGrpSpPr>
        <p:grpSpPr>
          <a:xfrm rot="-2700000">
            <a:off x="3336746" y="4234920"/>
            <a:ext cx="556024" cy="576896"/>
            <a:chOff x="0" y="-38100"/>
            <a:chExt cx="1014927" cy="1053027"/>
          </a:xfrm>
        </p:grpSpPr>
        <p:sp>
          <p:nvSpPr>
            <p:cNvPr id="176" name="Google Shape;176;p13"/>
            <p:cNvSpPr/>
            <p:nvPr/>
          </p:nvSpPr>
          <p:spPr>
            <a:xfrm>
              <a:off x="0" y="0"/>
              <a:ext cx="1014927" cy="1014927"/>
            </a:xfrm>
            <a:custGeom>
              <a:rect b="b" l="l" r="r" t="t"/>
              <a:pathLst>
                <a:path extrusionOk="0" h="1014927" w="1014927">
                  <a:moveTo>
                    <a:pt x="0" y="0"/>
                  </a:moveTo>
                  <a:lnTo>
                    <a:pt x="1014927" y="0"/>
                  </a:lnTo>
                  <a:lnTo>
                    <a:pt x="1014927" y="1014927"/>
                  </a:lnTo>
                  <a:lnTo>
                    <a:pt x="0" y="1014927"/>
                  </a:lnTo>
                  <a:close/>
                </a:path>
              </a:pathLst>
            </a:custGeom>
            <a:solidFill>
              <a:srgbClr val="E33286"/>
            </a:solidFill>
            <a:ln>
              <a:noFill/>
            </a:ln>
          </p:spPr>
        </p:sp>
        <p:sp>
          <p:nvSpPr>
            <p:cNvPr id="177" name="Google Shape;177;p13"/>
            <p:cNvSpPr txBox="1"/>
            <p:nvPr/>
          </p:nvSpPr>
          <p:spPr>
            <a:xfrm>
              <a:off x="0" y="-38100"/>
              <a:ext cx="1014927" cy="1053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25" lIns="7325" spcFirstLastPara="1" rIns="7325" wrap="square" tIns="73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13"/>
          <p:cNvGrpSpPr/>
          <p:nvPr/>
        </p:nvGrpSpPr>
        <p:grpSpPr>
          <a:xfrm rot="-2700000">
            <a:off x="172091" y="4079650"/>
            <a:ext cx="866563" cy="887435"/>
            <a:chOff x="0" y="-38100"/>
            <a:chExt cx="1581765" cy="1619865"/>
          </a:xfrm>
        </p:grpSpPr>
        <p:sp>
          <p:nvSpPr>
            <p:cNvPr id="179" name="Google Shape;179;p13"/>
            <p:cNvSpPr/>
            <p:nvPr/>
          </p:nvSpPr>
          <p:spPr>
            <a:xfrm>
              <a:off x="0" y="0"/>
              <a:ext cx="1581765" cy="1581765"/>
            </a:xfrm>
            <a:custGeom>
              <a:rect b="b" l="l" r="r" t="t"/>
              <a:pathLst>
                <a:path extrusionOk="0" h="1581765" w="1581765">
                  <a:moveTo>
                    <a:pt x="0" y="0"/>
                  </a:moveTo>
                  <a:lnTo>
                    <a:pt x="1581765" y="0"/>
                  </a:lnTo>
                  <a:lnTo>
                    <a:pt x="1581765" y="1581765"/>
                  </a:lnTo>
                  <a:lnTo>
                    <a:pt x="0" y="1581765"/>
                  </a:lnTo>
                  <a:close/>
                </a:path>
              </a:pathLst>
            </a:custGeom>
            <a:solidFill>
              <a:srgbClr val="3A3C3F"/>
            </a:solidFill>
            <a:ln>
              <a:noFill/>
            </a:ln>
          </p:spPr>
        </p:sp>
        <p:sp>
          <p:nvSpPr>
            <p:cNvPr id="180" name="Google Shape;180;p13"/>
            <p:cNvSpPr txBox="1"/>
            <p:nvPr/>
          </p:nvSpPr>
          <p:spPr>
            <a:xfrm>
              <a:off x="0" y="-38100"/>
              <a:ext cx="1581765" cy="16198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25" lIns="7325" spcFirstLastPara="1" rIns="7325" wrap="square" tIns="73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13"/>
          <p:cNvGrpSpPr/>
          <p:nvPr/>
        </p:nvGrpSpPr>
        <p:grpSpPr>
          <a:xfrm rot="-2700000">
            <a:off x="256617" y="4164176"/>
            <a:ext cx="697511" cy="718384"/>
            <a:chOff x="0" y="-38100"/>
            <a:chExt cx="1273191" cy="1311291"/>
          </a:xfrm>
        </p:grpSpPr>
        <p:sp>
          <p:nvSpPr>
            <p:cNvPr id="182" name="Google Shape;182;p13"/>
            <p:cNvSpPr/>
            <p:nvPr/>
          </p:nvSpPr>
          <p:spPr>
            <a:xfrm>
              <a:off x="0" y="0"/>
              <a:ext cx="1273191" cy="1273191"/>
            </a:xfrm>
            <a:custGeom>
              <a:rect b="b" l="l" r="r" t="t"/>
              <a:pathLst>
                <a:path extrusionOk="0" h="1273191" w="1273191">
                  <a:moveTo>
                    <a:pt x="0" y="0"/>
                  </a:moveTo>
                  <a:lnTo>
                    <a:pt x="1273191" y="0"/>
                  </a:lnTo>
                  <a:lnTo>
                    <a:pt x="1273191" y="1273191"/>
                  </a:lnTo>
                  <a:lnTo>
                    <a:pt x="0" y="1273191"/>
                  </a:lnTo>
                  <a:close/>
                </a:path>
              </a:pathLst>
            </a:custGeom>
            <a:solidFill>
              <a:srgbClr val="BC4D92"/>
            </a:solidFill>
            <a:ln>
              <a:noFill/>
            </a:ln>
          </p:spPr>
        </p:sp>
        <p:sp>
          <p:nvSpPr>
            <p:cNvPr id="183" name="Google Shape;183;p13"/>
            <p:cNvSpPr txBox="1"/>
            <p:nvPr/>
          </p:nvSpPr>
          <p:spPr>
            <a:xfrm>
              <a:off x="0" y="-38100"/>
              <a:ext cx="1273191" cy="1311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25" lIns="7325" spcFirstLastPara="1" rIns="7325" wrap="square" tIns="73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13"/>
          <p:cNvGrpSpPr/>
          <p:nvPr/>
        </p:nvGrpSpPr>
        <p:grpSpPr>
          <a:xfrm rot="-2700000">
            <a:off x="327361" y="4234920"/>
            <a:ext cx="556024" cy="576896"/>
            <a:chOff x="0" y="-38100"/>
            <a:chExt cx="1014927" cy="1053027"/>
          </a:xfrm>
        </p:grpSpPr>
        <p:sp>
          <p:nvSpPr>
            <p:cNvPr id="185" name="Google Shape;185;p13"/>
            <p:cNvSpPr/>
            <p:nvPr/>
          </p:nvSpPr>
          <p:spPr>
            <a:xfrm>
              <a:off x="0" y="0"/>
              <a:ext cx="1014927" cy="1014927"/>
            </a:xfrm>
            <a:custGeom>
              <a:rect b="b" l="l" r="r" t="t"/>
              <a:pathLst>
                <a:path extrusionOk="0" h="1014927" w="1014927">
                  <a:moveTo>
                    <a:pt x="0" y="0"/>
                  </a:moveTo>
                  <a:lnTo>
                    <a:pt x="1014927" y="0"/>
                  </a:lnTo>
                  <a:lnTo>
                    <a:pt x="1014927" y="1014927"/>
                  </a:lnTo>
                  <a:lnTo>
                    <a:pt x="0" y="1014927"/>
                  </a:lnTo>
                  <a:close/>
                </a:path>
              </a:pathLst>
            </a:custGeom>
            <a:solidFill>
              <a:srgbClr val="E33286"/>
            </a:solidFill>
            <a:ln>
              <a:noFill/>
            </a:ln>
          </p:spPr>
        </p:sp>
        <p:sp>
          <p:nvSpPr>
            <p:cNvPr id="186" name="Google Shape;186;p13"/>
            <p:cNvSpPr txBox="1"/>
            <p:nvPr/>
          </p:nvSpPr>
          <p:spPr>
            <a:xfrm>
              <a:off x="0" y="-38100"/>
              <a:ext cx="1014927" cy="1053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25" lIns="7325" spcFirstLastPara="1" rIns="7325" wrap="square" tIns="73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" name="Google Shape;187;p13"/>
          <p:cNvGrpSpPr/>
          <p:nvPr/>
        </p:nvGrpSpPr>
        <p:grpSpPr>
          <a:xfrm rot="-2700000">
            <a:off x="169954" y="2681331"/>
            <a:ext cx="866563" cy="887435"/>
            <a:chOff x="0" y="-38100"/>
            <a:chExt cx="1581765" cy="1619865"/>
          </a:xfrm>
        </p:grpSpPr>
        <p:sp>
          <p:nvSpPr>
            <p:cNvPr id="188" name="Google Shape;188;p13"/>
            <p:cNvSpPr/>
            <p:nvPr/>
          </p:nvSpPr>
          <p:spPr>
            <a:xfrm>
              <a:off x="0" y="0"/>
              <a:ext cx="1581765" cy="1581765"/>
            </a:xfrm>
            <a:custGeom>
              <a:rect b="b" l="l" r="r" t="t"/>
              <a:pathLst>
                <a:path extrusionOk="0" h="1581765" w="1581765">
                  <a:moveTo>
                    <a:pt x="0" y="0"/>
                  </a:moveTo>
                  <a:lnTo>
                    <a:pt x="1581765" y="0"/>
                  </a:lnTo>
                  <a:lnTo>
                    <a:pt x="1581765" y="1581765"/>
                  </a:lnTo>
                  <a:lnTo>
                    <a:pt x="0" y="1581765"/>
                  </a:lnTo>
                  <a:close/>
                </a:path>
              </a:pathLst>
            </a:custGeom>
            <a:solidFill>
              <a:srgbClr val="3A3C3F"/>
            </a:solidFill>
            <a:ln>
              <a:noFill/>
            </a:ln>
          </p:spPr>
        </p:sp>
        <p:sp>
          <p:nvSpPr>
            <p:cNvPr id="189" name="Google Shape;189;p13"/>
            <p:cNvSpPr txBox="1"/>
            <p:nvPr/>
          </p:nvSpPr>
          <p:spPr>
            <a:xfrm>
              <a:off x="0" y="-38100"/>
              <a:ext cx="1581765" cy="16198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25" lIns="7325" spcFirstLastPara="1" rIns="7325" wrap="square" tIns="73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0" name="Google Shape;190;p13"/>
          <p:cNvGrpSpPr/>
          <p:nvPr/>
        </p:nvGrpSpPr>
        <p:grpSpPr>
          <a:xfrm rot="-2700000">
            <a:off x="254480" y="2765856"/>
            <a:ext cx="697511" cy="718384"/>
            <a:chOff x="0" y="-38100"/>
            <a:chExt cx="1273191" cy="1311291"/>
          </a:xfrm>
        </p:grpSpPr>
        <p:sp>
          <p:nvSpPr>
            <p:cNvPr id="191" name="Google Shape;191;p13"/>
            <p:cNvSpPr/>
            <p:nvPr/>
          </p:nvSpPr>
          <p:spPr>
            <a:xfrm>
              <a:off x="0" y="0"/>
              <a:ext cx="1273191" cy="1273191"/>
            </a:xfrm>
            <a:custGeom>
              <a:rect b="b" l="l" r="r" t="t"/>
              <a:pathLst>
                <a:path extrusionOk="0" h="1273191" w="1273191">
                  <a:moveTo>
                    <a:pt x="0" y="0"/>
                  </a:moveTo>
                  <a:lnTo>
                    <a:pt x="1273191" y="0"/>
                  </a:lnTo>
                  <a:lnTo>
                    <a:pt x="1273191" y="1273191"/>
                  </a:lnTo>
                  <a:lnTo>
                    <a:pt x="0" y="1273191"/>
                  </a:lnTo>
                  <a:close/>
                </a:path>
              </a:pathLst>
            </a:custGeom>
            <a:solidFill>
              <a:srgbClr val="BC4D92"/>
            </a:solidFill>
            <a:ln>
              <a:noFill/>
            </a:ln>
          </p:spPr>
        </p:sp>
        <p:sp>
          <p:nvSpPr>
            <p:cNvPr id="192" name="Google Shape;192;p13"/>
            <p:cNvSpPr txBox="1"/>
            <p:nvPr/>
          </p:nvSpPr>
          <p:spPr>
            <a:xfrm>
              <a:off x="0" y="-38100"/>
              <a:ext cx="1273191" cy="1311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25" lIns="7325" spcFirstLastPara="1" rIns="7325" wrap="square" tIns="73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3" name="Google Shape;193;p13"/>
          <p:cNvGrpSpPr/>
          <p:nvPr/>
        </p:nvGrpSpPr>
        <p:grpSpPr>
          <a:xfrm rot="-2700000">
            <a:off x="325224" y="2836600"/>
            <a:ext cx="556024" cy="576896"/>
            <a:chOff x="0" y="-38100"/>
            <a:chExt cx="1014927" cy="1053027"/>
          </a:xfrm>
        </p:grpSpPr>
        <p:sp>
          <p:nvSpPr>
            <p:cNvPr id="194" name="Google Shape;194;p13"/>
            <p:cNvSpPr/>
            <p:nvPr/>
          </p:nvSpPr>
          <p:spPr>
            <a:xfrm>
              <a:off x="0" y="0"/>
              <a:ext cx="1014927" cy="1014927"/>
            </a:xfrm>
            <a:custGeom>
              <a:rect b="b" l="l" r="r" t="t"/>
              <a:pathLst>
                <a:path extrusionOk="0" h="1014927" w="1014927">
                  <a:moveTo>
                    <a:pt x="0" y="0"/>
                  </a:moveTo>
                  <a:lnTo>
                    <a:pt x="1014927" y="0"/>
                  </a:lnTo>
                  <a:lnTo>
                    <a:pt x="1014927" y="1014927"/>
                  </a:lnTo>
                  <a:lnTo>
                    <a:pt x="0" y="1014927"/>
                  </a:lnTo>
                  <a:close/>
                </a:path>
              </a:pathLst>
            </a:custGeom>
            <a:solidFill>
              <a:srgbClr val="E33286"/>
            </a:solidFill>
            <a:ln>
              <a:noFill/>
            </a:ln>
          </p:spPr>
        </p:sp>
        <p:sp>
          <p:nvSpPr>
            <p:cNvPr id="195" name="Google Shape;195;p13"/>
            <p:cNvSpPr txBox="1"/>
            <p:nvPr/>
          </p:nvSpPr>
          <p:spPr>
            <a:xfrm>
              <a:off x="0" y="-38100"/>
              <a:ext cx="1014927" cy="1053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325" lIns="7325" spcFirstLastPara="1" rIns="7325" wrap="square" tIns="73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13"/>
          <p:cNvSpPr/>
          <p:nvPr/>
        </p:nvSpPr>
        <p:spPr>
          <a:xfrm>
            <a:off x="-2219799" y="-547068"/>
            <a:ext cx="5468625" cy="6237636"/>
          </a:xfrm>
          <a:custGeom>
            <a:rect b="b" l="l" r="r" t="t"/>
            <a:pathLst>
              <a:path extrusionOk="0" h="12475271" w="10937250">
                <a:moveTo>
                  <a:pt x="0" y="0"/>
                </a:moveTo>
                <a:lnTo>
                  <a:pt x="10937250" y="0"/>
                </a:lnTo>
                <a:lnTo>
                  <a:pt x="10937250" y="12475272"/>
                </a:lnTo>
                <a:lnTo>
                  <a:pt x="0" y="124752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307" l="-33207" r="0" t="-14479"/>
            </a:stretch>
          </a:blipFill>
          <a:ln>
            <a:noFill/>
          </a:ln>
        </p:spPr>
      </p:sp>
      <p:sp>
        <p:nvSpPr>
          <p:cNvPr id="197" name="Google Shape;197;p13"/>
          <p:cNvSpPr txBox="1"/>
          <p:nvPr/>
        </p:nvSpPr>
        <p:spPr>
          <a:xfrm>
            <a:off x="3456766" y="3175290"/>
            <a:ext cx="5172885" cy="425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IDENA</a:t>
            </a:r>
            <a:endParaRPr sz="700"/>
          </a:p>
        </p:txBody>
      </p:sp>
      <p:sp>
        <p:nvSpPr>
          <p:cNvPr id="198" name="Google Shape;198;p13"/>
          <p:cNvSpPr txBox="1"/>
          <p:nvPr/>
        </p:nvSpPr>
        <p:spPr>
          <a:xfrm>
            <a:off x="4949083" y="3557757"/>
            <a:ext cx="2077685" cy="194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 u="none" cap="none" strike="noStrike">
                <a:solidFill>
                  <a:srgbClr val="FFFFFF"/>
                </a:solidFill>
                <a:latin typeface="Sansita"/>
                <a:ea typeface="Sansita"/>
                <a:cs typeface="Sansita"/>
                <a:sym typeface="Sansita"/>
              </a:rPr>
              <a:t>Discover. Evolve. Ascend.</a:t>
            </a: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D184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14"/>
          <p:cNvGrpSpPr/>
          <p:nvPr/>
        </p:nvGrpSpPr>
        <p:grpSpPr>
          <a:xfrm>
            <a:off x="6172144" y="2171510"/>
            <a:ext cx="2972124" cy="2972124"/>
            <a:chOff x="-94309" y="-94665"/>
            <a:chExt cx="7925663" cy="7925663"/>
          </a:xfrm>
        </p:grpSpPr>
        <p:grpSp>
          <p:nvGrpSpPr>
            <p:cNvPr id="204" name="Google Shape;204;p14"/>
            <p:cNvGrpSpPr/>
            <p:nvPr/>
          </p:nvGrpSpPr>
          <p:grpSpPr>
            <a:xfrm rot="-2700000">
              <a:off x="1099721" y="1032678"/>
              <a:ext cx="5537604" cy="5670977"/>
              <a:chOff x="0" y="-38100"/>
              <a:chExt cx="1581900" cy="1620000"/>
            </a:xfrm>
          </p:grpSpPr>
          <p:sp>
            <p:nvSpPr>
              <p:cNvPr id="205" name="Google Shape;205;p14"/>
              <p:cNvSpPr/>
              <p:nvPr/>
            </p:nvSpPr>
            <p:spPr>
              <a:xfrm>
                <a:off x="0" y="0"/>
                <a:ext cx="1581765" cy="1581765"/>
              </a:xfrm>
              <a:custGeom>
                <a:rect b="b" l="l" r="r" t="t"/>
                <a:pathLst>
                  <a:path extrusionOk="0" h="1581765" w="1581765">
                    <a:moveTo>
                      <a:pt x="0" y="0"/>
                    </a:moveTo>
                    <a:lnTo>
                      <a:pt x="1581765" y="0"/>
                    </a:lnTo>
                    <a:lnTo>
                      <a:pt x="1581765" y="1581765"/>
                    </a:lnTo>
                    <a:lnTo>
                      <a:pt x="0" y="1581765"/>
                    </a:lnTo>
                    <a:close/>
                  </a:path>
                </a:pathLst>
              </a:custGeom>
              <a:solidFill>
                <a:srgbClr val="3A3C3F"/>
              </a:solidFill>
              <a:ln>
                <a:noFill/>
              </a:ln>
            </p:spPr>
          </p:sp>
          <p:sp>
            <p:nvSpPr>
              <p:cNvPr id="206" name="Google Shape;206;p14"/>
              <p:cNvSpPr txBox="1"/>
              <p:nvPr/>
            </p:nvSpPr>
            <p:spPr>
              <a:xfrm>
                <a:off x="0" y="-38100"/>
                <a:ext cx="1581900" cy="16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14"/>
            <p:cNvGrpSpPr/>
            <p:nvPr/>
          </p:nvGrpSpPr>
          <p:grpSpPr>
            <a:xfrm rot="-2700000">
              <a:off x="1639723" y="1572996"/>
              <a:ext cx="4456968" cy="4590340"/>
              <a:chOff x="0" y="-38100"/>
              <a:chExt cx="1273200" cy="1311300"/>
            </a:xfrm>
          </p:grpSpPr>
          <p:sp>
            <p:nvSpPr>
              <p:cNvPr id="208" name="Google Shape;208;p14"/>
              <p:cNvSpPr/>
              <p:nvPr/>
            </p:nvSpPr>
            <p:spPr>
              <a:xfrm>
                <a:off x="0" y="0"/>
                <a:ext cx="1273191" cy="1273191"/>
              </a:xfrm>
              <a:custGeom>
                <a:rect b="b" l="l" r="r" t="t"/>
                <a:pathLst>
                  <a:path extrusionOk="0" h="1273191" w="1273191">
                    <a:moveTo>
                      <a:pt x="0" y="0"/>
                    </a:moveTo>
                    <a:lnTo>
                      <a:pt x="1273191" y="0"/>
                    </a:lnTo>
                    <a:lnTo>
                      <a:pt x="1273191" y="1273191"/>
                    </a:lnTo>
                    <a:lnTo>
                      <a:pt x="0" y="1273191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209" name="Google Shape;209;p14"/>
              <p:cNvSpPr txBox="1"/>
              <p:nvPr/>
            </p:nvSpPr>
            <p:spPr>
              <a:xfrm>
                <a:off x="0" y="-38100"/>
                <a:ext cx="1273200" cy="131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" name="Google Shape;210;p14"/>
            <p:cNvGrpSpPr/>
            <p:nvPr/>
          </p:nvGrpSpPr>
          <p:grpSpPr>
            <a:xfrm rot="-2700000">
              <a:off x="2091750" y="2025051"/>
              <a:ext cx="3552856" cy="3686229"/>
              <a:chOff x="0" y="-38100"/>
              <a:chExt cx="1014927" cy="1053027"/>
            </a:xfrm>
          </p:grpSpPr>
          <p:sp>
            <p:nvSpPr>
              <p:cNvPr id="211" name="Google Shape;211;p14"/>
              <p:cNvSpPr/>
              <p:nvPr/>
            </p:nvSpPr>
            <p:spPr>
              <a:xfrm>
                <a:off x="0" y="0"/>
                <a:ext cx="1014927" cy="1014927"/>
              </a:xfrm>
              <a:custGeom>
                <a:rect b="b" l="l" r="r" t="t"/>
                <a:pathLst>
                  <a:path extrusionOk="0" h="1014927" w="1014927">
                    <a:moveTo>
                      <a:pt x="0" y="0"/>
                    </a:moveTo>
                    <a:lnTo>
                      <a:pt x="1014927" y="0"/>
                    </a:lnTo>
                    <a:lnTo>
                      <a:pt x="1014927" y="1014927"/>
                    </a:lnTo>
                    <a:lnTo>
                      <a:pt x="0" y="1014927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212" name="Google Shape;212;p14"/>
              <p:cNvSpPr txBox="1"/>
              <p:nvPr/>
            </p:nvSpPr>
            <p:spPr>
              <a:xfrm>
                <a:off x="0" y="-38100"/>
                <a:ext cx="1014900" cy="10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3" name="Google Shape;213;p14"/>
          <p:cNvGrpSpPr/>
          <p:nvPr/>
        </p:nvGrpSpPr>
        <p:grpSpPr>
          <a:xfrm>
            <a:off x="1184344" y="2540687"/>
            <a:ext cx="2602905" cy="2602905"/>
            <a:chOff x="-82593" y="-82836"/>
            <a:chExt cx="6941079" cy="6941079"/>
          </a:xfrm>
        </p:grpSpPr>
        <p:grpSp>
          <p:nvGrpSpPr>
            <p:cNvPr id="214" name="Google Shape;214;p14"/>
            <p:cNvGrpSpPr/>
            <p:nvPr/>
          </p:nvGrpSpPr>
          <p:grpSpPr>
            <a:xfrm rot="-2700000">
              <a:off x="963106" y="904460"/>
              <a:ext cx="4849682" cy="4966486"/>
              <a:chOff x="0" y="-38100"/>
              <a:chExt cx="1581900" cy="1620000"/>
            </a:xfrm>
          </p:grpSpPr>
          <p:sp>
            <p:nvSpPr>
              <p:cNvPr id="215" name="Google Shape;215;p14"/>
              <p:cNvSpPr/>
              <p:nvPr/>
            </p:nvSpPr>
            <p:spPr>
              <a:xfrm>
                <a:off x="0" y="0"/>
                <a:ext cx="1581765" cy="1581765"/>
              </a:xfrm>
              <a:custGeom>
                <a:rect b="b" l="l" r="r" t="t"/>
                <a:pathLst>
                  <a:path extrusionOk="0" h="1581765" w="1581765">
                    <a:moveTo>
                      <a:pt x="0" y="0"/>
                    </a:moveTo>
                    <a:lnTo>
                      <a:pt x="1581765" y="0"/>
                    </a:lnTo>
                    <a:lnTo>
                      <a:pt x="1581765" y="1581765"/>
                    </a:lnTo>
                    <a:lnTo>
                      <a:pt x="0" y="1581765"/>
                    </a:lnTo>
                    <a:close/>
                  </a:path>
                </a:pathLst>
              </a:custGeom>
              <a:solidFill>
                <a:srgbClr val="3A3C3F"/>
              </a:solidFill>
              <a:ln>
                <a:noFill/>
              </a:ln>
            </p:spPr>
          </p:sp>
          <p:sp>
            <p:nvSpPr>
              <p:cNvPr id="216" name="Google Shape;216;p14"/>
              <p:cNvSpPr txBox="1"/>
              <p:nvPr/>
            </p:nvSpPr>
            <p:spPr>
              <a:xfrm>
                <a:off x="0" y="-38100"/>
                <a:ext cx="1581900" cy="16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7" name="Google Shape;217;p14"/>
            <p:cNvGrpSpPr/>
            <p:nvPr/>
          </p:nvGrpSpPr>
          <p:grpSpPr>
            <a:xfrm rot="-2700000">
              <a:off x="1436038" y="1377657"/>
              <a:ext cx="3903290" cy="4020095"/>
              <a:chOff x="0" y="-38100"/>
              <a:chExt cx="1273200" cy="1311300"/>
            </a:xfrm>
          </p:grpSpPr>
          <p:sp>
            <p:nvSpPr>
              <p:cNvPr id="218" name="Google Shape;218;p14"/>
              <p:cNvSpPr/>
              <p:nvPr/>
            </p:nvSpPr>
            <p:spPr>
              <a:xfrm>
                <a:off x="0" y="0"/>
                <a:ext cx="1273191" cy="1273191"/>
              </a:xfrm>
              <a:custGeom>
                <a:rect b="b" l="l" r="r" t="t"/>
                <a:pathLst>
                  <a:path extrusionOk="0" h="1273191" w="1273191">
                    <a:moveTo>
                      <a:pt x="0" y="0"/>
                    </a:moveTo>
                    <a:lnTo>
                      <a:pt x="1273191" y="0"/>
                    </a:lnTo>
                    <a:lnTo>
                      <a:pt x="1273191" y="1273191"/>
                    </a:lnTo>
                    <a:lnTo>
                      <a:pt x="0" y="1273191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219" name="Google Shape;219;p14"/>
              <p:cNvSpPr txBox="1"/>
              <p:nvPr/>
            </p:nvSpPr>
            <p:spPr>
              <a:xfrm>
                <a:off x="0" y="-38100"/>
                <a:ext cx="1273200" cy="131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0" name="Google Shape;220;p14"/>
            <p:cNvGrpSpPr/>
            <p:nvPr/>
          </p:nvGrpSpPr>
          <p:grpSpPr>
            <a:xfrm rot="-2700000">
              <a:off x="1831923" y="1773554"/>
              <a:ext cx="3111494" cy="3228299"/>
              <a:chOff x="0" y="-38100"/>
              <a:chExt cx="1014927" cy="1053027"/>
            </a:xfrm>
          </p:grpSpPr>
          <p:sp>
            <p:nvSpPr>
              <p:cNvPr id="221" name="Google Shape;221;p14"/>
              <p:cNvSpPr/>
              <p:nvPr/>
            </p:nvSpPr>
            <p:spPr>
              <a:xfrm>
                <a:off x="0" y="0"/>
                <a:ext cx="1014927" cy="1014927"/>
              </a:xfrm>
              <a:custGeom>
                <a:rect b="b" l="l" r="r" t="t"/>
                <a:pathLst>
                  <a:path extrusionOk="0" h="1014927" w="1014927">
                    <a:moveTo>
                      <a:pt x="0" y="0"/>
                    </a:moveTo>
                    <a:lnTo>
                      <a:pt x="1014927" y="0"/>
                    </a:lnTo>
                    <a:lnTo>
                      <a:pt x="1014927" y="1014927"/>
                    </a:lnTo>
                    <a:lnTo>
                      <a:pt x="0" y="1014927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222" name="Google Shape;222;p14"/>
              <p:cNvSpPr txBox="1"/>
              <p:nvPr/>
            </p:nvSpPr>
            <p:spPr>
              <a:xfrm>
                <a:off x="0" y="-38100"/>
                <a:ext cx="1014900" cy="10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3" name="Google Shape;223;p14"/>
          <p:cNvGrpSpPr/>
          <p:nvPr/>
        </p:nvGrpSpPr>
        <p:grpSpPr>
          <a:xfrm>
            <a:off x="4977434" y="3903200"/>
            <a:ext cx="1240336" cy="1240336"/>
            <a:chOff x="-39358" y="-39454"/>
            <a:chExt cx="3307563" cy="3307563"/>
          </a:xfrm>
        </p:grpSpPr>
        <p:grpSp>
          <p:nvGrpSpPr>
            <p:cNvPr id="224" name="Google Shape;224;p14"/>
            <p:cNvGrpSpPr/>
            <p:nvPr/>
          </p:nvGrpSpPr>
          <p:grpSpPr>
            <a:xfrm rot="-2700000">
              <a:off x="458939" y="431012"/>
              <a:ext cx="2310970" cy="2366630"/>
              <a:chOff x="0" y="-38100"/>
              <a:chExt cx="1581900" cy="1620000"/>
            </a:xfrm>
          </p:grpSpPr>
          <p:sp>
            <p:nvSpPr>
              <p:cNvPr id="225" name="Google Shape;225;p14"/>
              <p:cNvSpPr/>
              <p:nvPr/>
            </p:nvSpPr>
            <p:spPr>
              <a:xfrm>
                <a:off x="0" y="0"/>
                <a:ext cx="1581765" cy="1581765"/>
              </a:xfrm>
              <a:custGeom>
                <a:rect b="b" l="l" r="r" t="t"/>
                <a:pathLst>
                  <a:path extrusionOk="0" h="1581765" w="1581765">
                    <a:moveTo>
                      <a:pt x="0" y="0"/>
                    </a:moveTo>
                    <a:lnTo>
                      <a:pt x="1581765" y="0"/>
                    </a:lnTo>
                    <a:lnTo>
                      <a:pt x="1581765" y="1581765"/>
                    </a:lnTo>
                    <a:lnTo>
                      <a:pt x="0" y="1581765"/>
                    </a:lnTo>
                    <a:close/>
                  </a:path>
                </a:pathLst>
              </a:custGeom>
              <a:solidFill>
                <a:srgbClr val="3A3C3F"/>
              </a:solidFill>
              <a:ln>
                <a:noFill/>
              </a:ln>
            </p:spPr>
          </p:sp>
          <p:sp>
            <p:nvSpPr>
              <p:cNvPr id="226" name="Google Shape;226;p14"/>
              <p:cNvSpPr txBox="1"/>
              <p:nvPr/>
            </p:nvSpPr>
            <p:spPr>
              <a:xfrm>
                <a:off x="0" y="-38100"/>
                <a:ext cx="1581900" cy="16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7" name="Google Shape;227;p14"/>
            <p:cNvGrpSpPr/>
            <p:nvPr/>
          </p:nvGrpSpPr>
          <p:grpSpPr>
            <a:xfrm rot="-2700000">
              <a:off x="684305" y="656500"/>
              <a:ext cx="1859996" cy="1915655"/>
              <a:chOff x="0" y="-38100"/>
              <a:chExt cx="1273200" cy="1311300"/>
            </a:xfrm>
          </p:grpSpPr>
          <p:sp>
            <p:nvSpPr>
              <p:cNvPr id="228" name="Google Shape;228;p14"/>
              <p:cNvSpPr/>
              <p:nvPr/>
            </p:nvSpPr>
            <p:spPr>
              <a:xfrm>
                <a:off x="0" y="0"/>
                <a:ext cx="1273191" cy="1273191"/>
              </a:xfrm>
              <a:custGeom>
                <a:rect b="b" l="l" r="r" t="t"/>
                <a:pathLst>
                  <a:path extrusionOk="0" h="1273191" w="1273191">
                    <a:moveTo>
                      <a:pt x="0" y="0"/>
                    </a:moveTo>
                    <a:lnTo>
                      <a:pt x="1273191" y="0"/>
                    </a:lnTo>
                    <a:lnTo>
                      <a:pt x="1273191" y="1273191"/>
                    </a:lnTo>
                    <a:lnTo>
                      <a:pt x="0" y="1273191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229" name="Google Shape;229;p14"/>
              <p:cNvSpPr txBox="1"/>
              <p:nvPr/>
            </p:nvSpPr>
            <p:spPr>
              <a:xfrm>
                <a:off x="0" y="-38100"/>
                <a:ext cx="1273200" cy="131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0" name="Google Shape;230;p14"/>
            <p:cNvGrpSpPr/>
            <p:nvPr/>
          </p:nvGrpSpPr>
          <p:grpSpPr>
            <a:xfrm rot="-2700000">
              <a:off x="872955" y="845153"/>
              <a:ext cx="1482689" cy="1538349"/>
              <a:chOff x="0" y="-38100"/>
              <a:chExt cx="1014927" cy="1053027"/>
            </a:xfrm>
          </p:grpSpPr>
          <p:sp>
            <p:nvSpPr>
              <p:cNvPr id="231" name="Google Shape;231;p14"/>
              <p:cNvSpPr/>
              <p:nvPr/>
            </p:nvSpPr>
            <p:spPr>
              <a:xfrm>
                <a:off x="0" y="0"/>
                <a:ext cx="1014927" cy="1014927"/>
              </a:xfrm>
              <a:custGeom>
                <a:rect b="b" l="l" r="r" t="t"/>
                <a:pathLst>
                  <a:path extrusionOk="0" h="1014927" w="1014927">
                    <a:moveTo>
                      <a:pt x="0" y="0"/>
                    </a:moveTo>
                    <a:lnTo>
                      <a:pt x="1014927" y="0"/>
                    </a:lnTo>
                    <a:lnTo>
                      <a:pt x="1014927" y="1014927"/>
                    </a:lnTo>
                    <a:lnTo>
                      <a:pt x="0" y="1014927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232" name="Google Shape;232;p14"/>
              <p:cNvSpPr txBox="1"/>
              <p:nvPr/>
            </p:nvSpPr>
            <p:spPr>
              <a:xfrm>
                <a:off x="0" y="-38100"/>
                <a:ext cx="1014900" cy="10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3" name="Google Shape;233;p14"/>
          <p:cNvGrpSpPr/>
          <p:nvPr/>
        </p:nvGrpSpPr>
        <p:grpSpPr>
          <a:xfrm>
            <a:off x="3762118" y="3903200"/>
            <a:ext cx="1240336" cy="1240336"/>
            <a:chOff x="-39358" y="-39454"/>
            <a:chExt cx="3307563" cy="3307563"/>
          </a:xfrm>
        </p:grpSpPr>
        <p:grpSp>
          <p:nvGrpSpPr>
            <p:cNvPr id="234" name="Google Shape;234;p14"/>
            <p:cNvGrpSpPr/>
            <p:nvPr/>
          </p:nvGrpSpPr>
          <p:grpSpPr>
            <a:xfrm rot="-2700000">
              <a:off x="458939" y="431012"/>
              <a:ext cx="2310970" cy="2366630"/>
              <a:chOff x="0" y="-38100"/>
              <a:chExt cx="1581900" cy="1620000"/>
            </a:xfrm>
          </p:grpSpPr>
          <p:sp>
            <p:nvSpPr>
              <p:cNvPr id="235" name="Google Shape;235;p14"/>
              <p:cNvSpPr/>
              <p:nvPr/>
            </p:nvSpPr>
            <p:spPr>
              <a:xfrm>
                <a:off x="0" y="0"/>
                <a:ext cx="1581765" cy="1581765"/>
              </a:xfrm>
              <a:custGeom>
                <a:rect b="b" l="l" r="r" t="t"/>
                <a:pathLst>
                  <a:path extrusionOk="0" h="1581765" w="1581765">
                    <a:moveTo>
                      <a:pt x="0" y="0"/>
                    </a:moveTo>
                    <a:lnTo>
                      <a:pt x="1581765" y="0"/>
                    </a:lnTo>
                    <a:lnTo>
                      <a:pt x="1581765" y="1581765"/>
                    </a:lnTo>
                    <a:lnTo>
                      <a:pt x="0" y="1581765"/>
                    </a:lnTo>
                    <a:close/>
                  </a:path>
                </a:pathLst>
              </a:custGeom>
              <a:solidFill>
                <a:srgbClr val="3A3C3F"/>
              </a:solidFill>
              <a:ln>
                <a:noFill/>
              </a:ln>
            </p:spPr>
          </p:sp>
          <p:sp>
            <p:nvSpPr>
              <p:cNvPr id="236" name="Google Shape;236;p14"/>
              <p:cNvSpPr txBox="1"/>
              <p:nvPr/>
            </p:nvSpPr>
            <p:spPr>
              <a:xfrm>
                <a:off x="0" y="-38100"/>
                <a:ext cx="1581900" cy="16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7" name="Google Shape;237;p14"/>
            <p:cNvGrpSpPr/>
            <p:nvPr/>
          </p:nvGrpSpPr>
          <p:grpSpPr>
            <a:xfrm rot="-2700000">
              <a:off x="684305" y="656500"/>
              <a:ext cx="1859996" cy="1915655"/>
              <a:chOff x="0" y="-38100"/>
              <a:chExt cx="1273200" cy="1311300"/>
            </a:xfrm>
          </p:grpSpPr>
          <p:sp>
            <p:nvSpPr>
              <p:cNvPr id="238" name="Google Shape;238;p14"/>
              <p:cNvSpPr/>
              <p:nvPr/>
            </p:nvSpPr>
            <p:spPr>
              <a:xfrm>
                <a:off x="0" y="0"/>
                <a:ext cx="1273191" cy="1273191"/>
              </a:xfrm>
              <a:custGeom>
                <a:rect b="b" l="l" r="r" t="t"/>
                <a:pathLst>
                  <a:path extrusionOk="0" h="1273191" w="1273191">
                    <a:moveTo>
                      <a:pt x="0" y="0"/>
                    </a:moveTo>
                    <a:lnTo>
                      <a:pt x="1273191" y="0"/>
                    </a:lnTo>
                    <a:lnTo>
                      <a:pt x="1273191" y="1273191"/>
                    </a:lnTo>
                    <a:lnTo>
                      <a:pt x="0" y="1273191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239" name="Google Shape;239;p14"/>
              <p:cNvSpPr txBox="1"/>
              <p:nvPr/>
            </p:nvSpPr>
            <p:spPr>
              <a:xfrm>
                <a:off x="0" y="-38100"/>
                <a:ext cx="1273200" cy="131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0" name="Google Shape;240;p14"/>
            <p:cNvGrpSpPr/>
            <p:nvPr/>
          </p:nvGrpSpPr>
          <p:grpSpPr>
            <a:xfrm rot="-2700000">
              <a:off x="872955" y="845153"/>
              <a:ext cx="1482689" cy="1538349"/>
              <a:chOff x="0" y="-38100"/>
              <a:chExt cx="1014927" cy="1053027"/>
            </a:xfrm>
          </p:grpSpPr>
          <p:sp>
            <p:nvSpPr>
              <p:cNvPr id="241" name="Google Shape;241;p14"/>
              <p:cNvSpPr/>
              <p:nvPr/>
            </p:nvSpPr>
            <p:spPr>
              <a:xfrm>
                <a:off x="0" y="0"/>
                <a:ext cx="1014927" cy="1014927"/>
              </a:xfrm>
              <a:custGeom>
                <a:rect b="b" l="l" r="r" t="t"/>
                <a:pathLst>
                  <a:path extrusionOk="0" h="1014927" w="1014927">
                    <a:moveTo>
                      <a:pt x="0" y="0"/>
                    </a:moveTo>
                    <a:lnTo>
                      <a:pt x="1014927" y="0"/>
                    </a:lnTo>
                    <a:lnTo>
                      <a:pt x="1014927" y="1014927"/>
                    </a:lnTo>
                    <a:lnTo>
                      <a:pt x="0" y="1014927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242" name="Google Shape;242;p14"/>
              <p:cNvSpPr txBox="1"/>
              <p:nvPr/>
            </p:nvSpPr>
            <p:spPr>
              <a:xfrm>
                <a:off x="0" y="-38100"/>
                <a:ext cx="1014900" cy="10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3" name="Google Shape;243;p14"/>
          <p:cNvGrpSpPr/>
          <p:nvPr/>
        </p:nvGrpSpPr>
        <p:grpSpPr>
          <a:xfrm>
            <a:off x="-14759" y="3903200"/>
            <a:ext cx="1240336" cy="1240336"/>
            <a:chOff x="-39358" y="-39454"/>
            <a:chExt cx="3307563" cy="3307563"/>
          </a:xfrm>
        </p:grpSpPr>
        <p:grpSp>
          <p:nvGrpSpPr>
            <p:cNvPr id="244" name="Google Shape;244;p14"/>
            <p:cNvGrpSpPr/>
            <p:nvPr/>
          </p:nvGrpSpPr>
          <p:grpSpPr>
            <a:xfrm rot="-2700000">
              <a:off x="458939" y="431012"/>
              <a:ext cx="2310970" cy="2366630"/>
              <a:chOff x="0" y="-38100"/>
              <a:chExt cx="1581900" cy="1620000"/>
            </a:xfrm>
          </p:grpSpPr>
          <p:sp>
            <p:nvSpPr>
              <p:cNvPr id="245" name="Google Shape;245;p14"/>
              <p:cNvSpPr/>
              <p:nvPr/>
            </p:nvSpPr>
            <p:spPr>
              <a:xfrm>
                <a:off x="0" y="0"/>
                <a:ext cx="1581765" cy="1581765"/>
              </a:xfrm>
              <a:custGeom>
                <a:rect b="b" l="l" r="r" t="t"/>
                <a:pathLst>
                  <a:path extrusionOk="0" h="1581765" w="1581765">
                    <a:moveTo>
                      <a:pt x="0" y="0"/>
                    </a:moveTo>
                    <a:lnTo>
                      <a:pt x="1581765" y="0"/>
                    </a:lnTo>
                    <a:lnTo>
                      <a:pt x="1581765" y="1581765"/>
                    </a:lnTo>
                    <a:lnTo>
                      <a:pt x="0" y="1581765"/>
                    </a:lnTo>
                    <a:close/>
                  </a:path>
                </a:pathLst>
              </a:custGeom>
              <a:solidFill>
                <a:srgbClr val="3A3C3F"/>
              </a:solidFill>
              <a:ln>
                <a:noFill/>
              </a:ln>
            </p:spPr>
          </p:sp>
          <p:sp>
            <p:nvSpPr>
              <p:cNvPr id="246" name="Google Shape;246;p14"/>
              <p:cNvSpPr txBox="1"/>
              <p:nvPr/>
            </p:nvSpPr>
            <p:spPr>
              <a:xfrm>
                <a:off x="0" y="-38100"/>
                <a:ext cx="1581900" cy="16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7" name="Google Shape;247;p14"/>
            <p:cNvGrpSpPr/>
            <p:nvPr/>
          </p:nvGrpSpPr>
          <p:grpSpPr>
            <a:xfrm rot="-2700000">
              <a:off x="684305" y="656500"/>
              <a:ext cx="1859996" cy="1915655"/>
              <a:chOff x="0" y="-38100"/>
              <a:chExt cx="1273200" cy="1311300"/>
            </a:xfrm>
          </p:grpSpPr>
          <p:sp>
            <p:nvSpPr>
              <p:cNvPr id="248" name="Google Shape;248;p14"/>
              <p:cNvSpPr/>
              <p:nvPr/>
            </p:nvSpPr>
            <p:spPr>
              <a:xfrm>
                <a:off x="0" y="0"/>
                <a:ext cx="1273191" cy="1273191"/>
              </a:xfrm>
              <a:custGeom>
                <a:rect b="b" l="l" r="r" t="t"/>
                <a:pathLst>
                  <a:path extrusionOk="0" h="1273191" w="1273191">
                    <a:moveTo>
                      <a:pt x="0" y="0"/>
                    </a:moveTo>
                    <a:lnTo>
                      <a:pt x="1273191" y="0"/>
                    </a:lnTo>
                    <a:lnTo>
                      <a:pt x="1273191" y="1273191"/>
                    </a:lnTo>
                    <a:lnTo>
                      <a:pt x="0" y="1273191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249" name="Google Shape;249;p14"/>
              <p:cNvSpPr txBox="1"/>
              <p:nvPr/>
            </p:nvSpPr>
            <p:spPr>
              <a:xfrm>
                <a:off x="0" y="-38100"/>
                <a:ext cx="1273200" cy="131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0" name="Google Shape;250;p14"/>
            <p:cNvGrpSpPr/>
            <p:nvPr/>
          </p:nvGrpSpPr>
          <p:grpSpPr>
            <a:xfrm rot="-2700000">
              <a:off x="872955" y="845153"/>
              <a:ext cx="1482689" cy="1538349"/>
              <a:chOff x="0" y="-38100"/>
              <a:chExt cx="1014927" cy="1053027"/>
            </a:xfrm>
          </p:grpSpPr>
          <p:sp>
            <p:nvSpPr>
              <p:cNvPr id="251" name="Google Shape;251;p14"/>
              <p:cNvSpPr/>
              <p:nvPr/>
            </p:nvSpPr>
            <p:spPr>
              <a:xfrm>
                <a:off x="0" y="0"/>
                <a:ext cx="1014927" cy="1014927"/>
              </a:xfrm>
              <a:custGeom>
                <a:rect b="b" l="l" r="r" t="t"/>
                <a:pathLst>
                  <a:path extrusionOk="0" h="1014927" w="1014927">
                    <a:moveTo>
                      <a:pt x="0" y="0"/>
                    </a:moveTo>
                    <a:lnTo>
                      <a:pt x="1014927" y="0"/>
                    </a:lnTo>
                    <a:lnTo>
                      <a:pt x="1014927" y="1014927"/>
                    </a:lnTo>
                    <a:lnTo>
                      <a:pt x="0" y="1014927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252" name="Google Shape;252;p14"/>
              <p:cNvSpPr txBox="1"/>
              <p:nvPr/>
            </p:nvSpPr>
            <p:spPr>
              <a:xfrm>
                <a:off x="0" y="-38100"/>
                <a:ext cx="1014900" cy="10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3" name="Google Shape;253;p14"/>
          <p:cNvGrpSpPr/>
          <p:nvPr/>
        </p:nvGrpSpPr>
        <p:grpSpPr>
          <a:xfrm>
            <a:off x="-16896" y="2504881"/>
            <a:ext cx="1240336" cy="1240336"/>
            <a:chOff x="-39358" y="-39454"/>
            <a:chExt cx="3307563" cy="3307563"/>
          </a:xfrm>
        </p:grpSpPr>
        <p:grpSp>
          <p:nvGrpSpPr>
            <p:cNvPr id="254" name="Google Shape;254;p14"/>
            <p:cNvGrpSpPr/>
            <p:nvPr/>
          </p:nvGrpSpPr>
          <p:grpSpPr>
            <a:xfrm rot="-2700000">
              <a:off x="458939" y="431012"/>
              <a:ext cx="2310970" cy="2366630"/>
              <a:chOff x="0" y="-38100"/>
              <a:chExt cx="1581900" cy="1620000"/>
            </a:xfrm>
          </p:grpSpPr>
          <p:sp>
            <p:nvSpPr>
              <p:cNvPr id="255" name="Google Shape;255;p14"/>
              <p:cNvSpPr/>
              <p:nvPr/>
            </p:nvSpPr>
            <p:spPr>
              <a:xfrm>
                <a:off x="0" y="0"/>
                <a:ext cx="1581765" cy="1581765"/>
              </a:xfrm>
              <a:custGeom>
                <a:rect b="b" l="l" r="r" t="t"/>
                <a:pathLst>
                  <a:path extrusionOk="0" h="1581765" w="1581765">
                    <a:moveTo>
                      <a:pt x="0" y="0"/>
                    </a:moveTo>
                    <a:lnTo>
                      <a:pt x="1581765" y="0"/>
                    </a:lnTo>
                    <a:lnTo>
                      <a:pt x="1581765" y="1581765"/>
                    </a:lnTo>
                    <a:lnTo>
                      <a:pt x="0" y="1581765"/>
                    </a:lnTo>
                    <a:close/>
                  </a:path>
                </a:pathLst>
              </a:custGeom>
              <a:solidFill>
                <a:srgbClr val="3A3C3F"/>
              </a:solidFill>
              <a:ln>
                <a:noFill/>
              </a:ln>
            </p:spPr>
          </p:sp>
          <p:sp>
            <p:nvSpPr>
              <p:cNvPr id="256" name="Google Shape;256;p14"/>
              <p:cNvSpPr txBox="1"/>
              <p:nvPr/>
            </p:nvSpPr>
            <p:spPr>
              <a:xfrm>
                <a:off x="0" y="-38100"/>
                <a:ext cx="1581900" cy="16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7" name="Google Shape;257;p14"/>
            <p:cNvGrpSpPr/>
            <p:nvPr/>
          </p:nvGrpSpPr>
          <p:grpSpPr>
            <a:xfrm rot="-2700000">
              <a:off x="684305" y="656500"/>
              <a:ext cx="1859996" cy="1915655"/>
              <a:chOff x="0" y="-38100"/>
              <a:chExt cx="1273200" cy="1311300"/>
            </a:xfrm>
          </p:grpSpPr>
          <p:sp>
            <p:nvSpPr>
              <p:cNvPr id="258" name="Google Shape;258;p14"/>
              <p:cNvSpPr/>
              <p:nvPr/>
            </p:nvSpPr>
            <p:spPr>
              <a:xfrm>
                <a:off x="0" y="0"/>
                <a:ext cx="1273191" cy="1273191"/>
              </a:xfrm>
              <a:custGeom>
                <a:rect b="b" l="l" r="r" t="t"/>
                <a:pathLst>
                  <a:path extrusionOk="0" h="1273191" w="1273191">
                    <a:moveTo>
                      <a:pt x="0" y="0"/>
                    </a:moveTo>
                    <a:lnTo>
                      <a:pt x="1273191" y="0"/>
                    </a:lnTo>
                    <a:lnTo>
                      <a:pt x="1273191" y="1273191"/>
                    </a:lnTo>
                    <a:lnTo>
                      <a:pt x="0" y="1273191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259" name="Google Shape;259;p14"/>
              <p:cNvSpPr txBox="1"/>
              <p:nvPr/>
            </p:nvSpPr>
            <p:spPr>
              <a:xfrm>
                <a:off x="0" y="-38100"/>
                <a:ext cx="1273200" cy="131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0" name="Google Shape;260;p14"/>
            <p:cNvGrpSpPr/>
            <p:nvPr/>
          </p:nvGrpSpPr>
          <p:grpSpPr>
            <a:xfrm rot="-2700000">
              <a:off x="872955" y="845153"/>
              <a:ext cx="1482689" cy="1538349"/>
              <a:chOff x="0" y="-38100"/>
              <a:chExt cx="1014927" cy="1053027"/>
            </a:xfrm>
          </p:grpSpPr>
          <p:sp>
            <p:nvSpPr>
              <p:cNvPr id="261" name="Google Shape;261;p14"/>
              <p:cNvSpPr/>
              <p:nvPr/>
            </p:nvSpPr>
            <p:spPr>
              <a:xfrm>
                <a:off x="0" y="0"/>
                <a:ext cx="1014927" cy="1014927"/>
              </a:xfrm>
              <a:custGeom>
                <a:rect b="b" l="l" r="r" t="t"/>
                <a:pathLst>
                  <a:path extrusionOk="0" h="1014927" w="1014927">
                    <a:moveTo>
                      <a:pt x="0" y="0"/>
                    </a:moveTo>
                    <a:lnTo>
                      <a:pt x="1014927" y="0"/>
                    </a:lnTo>
                    <a:lnTo>
                      <a:pt x="1014927" y="1014927"/>
                    </a:lnTo>
                    <a:lnTo>
                      <a:pt x="0" y="1014927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262" name="Google Shape;262;p14"/>
              <p:cNvSpPr txBox="1"/>
              <p:nvPr/>
            </p:nvSpPr>
            <p:spPr>
              <a:xfrm>
                <a:off x="0" y="-38100"/>
                <a:ext cx="1014900" cy="10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3" name="Google Shape;263;p14"/>
          <p:cNvGrpSpPr/>
          <p:nvPr/>
        </p:nvGrpSpPr>
        <p:grpSpPr>
          <a:xfrm>
            <a:off x="7905873" y="1453450"/>
            <a:ext cx="1240336" cy="1240336"/>
            <a:chOff x="-39358" y="-39454"/>
            <a:chExt cx="3307563" cy="3307563"/>
          </a:xfrm>
        </p:grpSpPr>
        <p:grpSp>
          <p:nvGrpSpPr>
            <p:cNvPr id="264" name="Google Shape;264;p14"/>
            <p:cNvGrpSpPr/>
            <p:nvPr/>
          </p:nvGrpSpPr>
          <p:grpSpPr>
            <a:xfrm rot="-2700000">
              <a:off x="458939" y="431012"/>
              <a:ext cx="2310970" cy="2366630"/>
              <a:chOff x="0" y="-38100"/>
              <a:chExt cx="1581900" cy="1620000"/>
            </a:xfrm>
          </p:grpSpPr>
          <p:sp>
            <p:nvSpPr>
              <p:cNvPr id="265" name="Google Shape;265;p14"/>
              <p:cNvSpPr/>
              <p:nvPr/>
            </p:nvSpPr>
            <p:spPr>
              <a:xfrm>
                <a:off x="0" y="0"/>
                <a:ext cx="1581765" cy="1581765"/>
              </a:xfrm>
              <a:custGeom>
                <a:rect b="b" l="l" r="r" t="t"/>
                <a:pathLst>
                  <a:path extrusionOk="0" h="1581765" w="1581765">
                    <a:moveTo>
                      <a:pt x="0" y="0"/>
                    </a:moveTo>
                    <a:lnTo>
                      <a:pt x="1581765" y="0"/>
                    </a:lnTo>
                    <a:lnTo>
                      <a:pt x="1581765" y="1581765"/>
                    </a:lnTo>
                    <a:lnTo>
                      <a:pt x="0" y="1581765"/>
                    </a:lnTo>
                    <a:close/>
                  </a:path>
                </a:pathLst>
              </a:custGeom>
              <a:solidFill>
                <a:srgbClr val="3A3C3F"/>
              </a:solidFill>
              <a:ln>
                <a:noFill/>
              </a:ln>
            </p:spPr>
          </p:sp>
          <p:sp>
            <p:nvSpPr>
              <p:cNvPr id="266" name="Google Shape;266;p14"/>
              <p:cNvSpPr txBox="1"/>
              <p:nvPr/>
            </p:nvSpPr>
            <p:spPr>
              <a:xfrm>
                <a:off x="0" y="-38100"/>
                <a:ext cx="1581900" cy="16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7" name="Google Shape;267;p14"/>
            <p:cNvGrpSpPr/>
            <p:nvPr/>
          </p:nvGrpSpPr>
          <p:grpSpPr>
            <a:xfrm rot="-2700000">
              <a:off x="684305" y="656500"/>
              <a:ext cx="1859996" cy="1915655"/>
              <a:chOff x="0" y="-38100"/>
              <a:chExt cx="1273200" cy="1311300"/>
            </a:xfrm>
          </p:grpSpPr>
          <p:sp>
            <p:nvSpPr>
              <p:cNvPr id="268" name="Google Shape;268;p14"/>
              <p:cNvSpPr/>
              <p:nvPr/>
            </p:nvSpPr>
            <p:spPr>
              <a:xfrm>
                <a:off x="0" y="0"/>
                <a:ext cx="1273191" cy="1273191"/>
              </a:xfrm>
              <a:custGeom>
                <a:rect b="b" l="l" r="r" t="t"/>
                <a:pathLst>
                  <a:path extrusionOk="0" h="1273191" w="1273191">
                    <a:moveTo>
                      <a:pt x="0" y="0"/>
                    </a:moveTo>
                    <a:lnTo>
                      <a:pt x="1273191" y="0"/>
                    </a:lnTo>
                    <a:lnTo>
                      <a:pt x="1273191" y="1273191"/>
                    </a:lnTo>
                    <a:lnTo>
                      <a:pt x="0" y="1273191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269" name="Google Shape;269;p14"/>
              <p:cNvSpPr txBox="1"/>
              <p:nvPr/>
            </p:nvSpPr>
            <p:spPr>
              <a:xfrm>
                <a:off x="0" y="-38100"/>
                <a:ext cx="1273200" cy="131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0" name="Google Shape;270;p14"/>
            <p:cNvGrpSpPr/>
            <p:nvPr/>
          </p:nvGrpSpPr>
          <p:grpSpPr>
            <a:xfrm rot="-2700000">
              <a:off x="872955" y="845153"/>
              <a:ext cx="1482689" cy="1538349"/>
              <a:chOff x="0" y="-38100"/>
              <a:chExt cx="1014927" cy="1053027"/>
            </a:xfrm>
          </p:grpSpPr>
          <p:sp>
            <p:nvSpPr>
              <p:cNvPr id="271" name="Google Shape;271;p14"/>
              <p:cNvSpPr/>
              <p:nvPr/>
            </p:nvSpPr>
            <p:spPr>
              <a:xfrm>
                <a:off x="0" y="0"/>
                <a:ext cx="1014927" cy="1014927"/>
              </a:xfrm>
              <a:custGeom>
                <a:rect b="b" l="l" r="r" t="t"/>
                <a:pathLst>
                  <a:path extrusionOk="0" h="1014927" w="1014927">
                    <a:moveTo>
                      <a:pt x="0" y="0"/>
                    </a:moveTo>
                    <a:lnTo>
                      <a:pt x="1014927" y="0"/>
                    </a:lnTo>
                    <a:lnTo>
                      <a:pt x="1014927" y="1014927"/>
                    </a:lnTo>
                    <a:lnTo>
                      <a:pt x="0" y="1014927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272" name="Google Shape;272;p14"/>
              <p:cNvSpPr txBox="1"/>
              <p:nvPr/>
            </p:nvSpPr>
            <p:spPr>
              <a:xfrm>
                <a:off x="0" y="-38100"/>
                <a:ext cx="1014900" cy="10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3" name="Google Shape;273;p14"/>
          <p:cNvGrpSpPr/>
          <p:nvPr/>
        </p:nvGrpSpPr>
        <p:grpSpPr>
          <a:xfrm>
            <a:off x="514350" y="-72329"/>
            <a:ext cx="8115140" cy="5215727"/>
            <a:chOff x="0" y="-38100"/>
            <a:chExt cx="4274726" cy="2747433"/>
          </a:xfrm>
        </p:grpSpPr>
        <p:sp>
          <p:nvSpPr>
            <p:cNvPr id="274" name="Google Shape;274;p14"/>
            <p:cNvSpPr/>
            <p:nvPr/>
          </p:nvSpPr>
          <p:spPr>
            <a:xfrm>
              <a:off x="0" y="0"/>
              <a:ext cx="4274726" cy="2709333"/>
            </a:xfrm>
            <a:custGeom>
              <a:rect b="b" l="l" r="r" t="t"/>
              <a:pathLst>
                <a:path extrusionOk="0" h="270933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75" name="Google Shape;275;p14"/>
            <p:cNvSpPr txBox="1"/>
            <p:nvPr/>
          </p:nvSpPr>
          <p:spPr>
            <a:xfrm>
              <a:off x="0" y="-38100"/>
              <a:ext cx="4274700" cy="27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p14"/>
          <p:cNvSpPr txBox="1"/>
          <p:nvPr/>
        </p:nvSpPr>
        <p:spPr>
          <a:xfrm>
            <a:off x="666750" y="285750"/>
            <a:ext cx="78105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>
                <a:solidFill>
                  <a:srgbClr val="3A3C3F"/>
                </a:solidFill>
                <a:latin typeface="DM Sans"/>
                <a:ea typeface="DM Sans"/>
                <a:cs typeface="DM Sans"/>
                <a:sym typeface="DM Sans"/>
              </a:rPr>
              <a:t>ABOUT IDENA</a:t>
            </a:r>
            <a:endParaRPr b="1" i="0" sz="3200">
              <a:solidFill>
                <a:srgbClr val="3A3C3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77" name="Google Shape;277;p14"/>
          <p:cNvGrpSpPr/>
          <p:nvPr/>
        </p:nvGrpSpPr>
        <p:grpSpPr>
          <a:xfrm>
            <a:off x="666750" y="1047750"/>
            <a:ext cx="7810500" cy="3429150"/>
            <a:chOff x="666750" y="1047750"/>
            <a:chExt cx="7810500" cy="3429150"/>
          </a:xfrm>
        </p:grpSpPr>
        <p:sp>
          <p:nvSpPr>
            <p:cNvPr id="278" name="Google Shape;278;p14"/>
            <p:cNvSpPr/>
            <p:nvPr/>
          </p:nvSpPr>
          <p:spPr>
            <a:xfrm>
              <a:off x="666750" y="1047750"/>
              <a:ext cx="7810500" cy="1047900"/>
            </a:xfrm>
            <a:prstGeom prst="roundRect">
              <a:avLst>
                <a:gd fmla="val 9090" name="adj"/>
              </a:avLst>
            </a:prstGeom>
            <a:solidFill>
              <a:srgbClr val="F9E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4"/>
            <p:cNvSpPr txBox="1"/>
            <p:nvPr/>
          </p:nvSpPr>
          <p:spPr>
            <a:xfrm>
              <a:off x="857250" y="1190625"/>
              <a:ext cx="742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6D1841"/>
                  </a:solidFill>
                  <a:latin typeface="DM Sans"/>
                  <a:ea typeface="DM Sans"/>
                  <a:cs typeface="DM Sans"/>
                  <a:sym typeface="DM Sans"/>
                </a:rPr>
                <a:t>WHAT IS IDENA?</a:t>
              </a:r>
              <a:endParaRPr b="1" sz="1600">
                <a:solidFill>
                  <a:srgbClr val="6D184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80" name="Google Shape;280;p14"/>
            <p:cNvSpPr txBox="1"/>
            <p:nvPr/>
          </p:nvSpPr>
          <p:spPr>
            <a:xfrm>
              <a:off x="857250" y="1476375"/>
              <a:ext cx="7429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D3328"/>
                  </a:solidFill>
                  <a:latin typeface="DM Sans"/>
                  <a:ea typeface="DM Sans"/>
                  <a:cs typeface="DM Sans"/>
                  <a:sym typeface="DM Sans"/>
                </a:rPr>
                <a:t>IDENA is the second edition of the Becoming Her Webinar — an annual virtual gathering hosted by young women in engineering. A conversation on identity, and the quiet but powerful shift that happens when a woman finally sees herself clearly.</a:t>
              </a:r>
              <a:endParaRPr b="0" sz="1100">
                <a:solidFill>
                  <a:srgbClr val="3D3328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81" name="Google Shape;281;p14"/>
            <p:cNvSpPr/>
            <p:nvPr/>
          </p:nvSpPr>
          <p:spPr>
            <a:xfrm>
              <a:off x="666750" y="2238375"/>
              <a:ext cx="7810500" cy="1047900"/>
            </a:xfrm>
            <a:prstGeom prst="roundRect">
              <a:avLst>
                <a:gd fmla="val 9090" name="adj"/>
              </a:avLst>
            </a:prstGeom>
            <a:solidFill>
              <a:srgbClr val="F9E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4"/>
            <p:cNvSpPr txBox="1"/>
            <p:nvPr/>
          </p:nvSpPr>
          <p:spPr>
            <a:xfrm>
              <a:off x="857250" y="2381250"/>
              <a:ext cx="742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6D1841"/>
                  </a:solidFill>
                  <a:latin typeface="DM Sans"/>
                  <a:ea typeface="DM Sans"/>
                  <a:cs typeface="DM Sans"/>
                  <a:sym typeface="DM Sans"/>
                </a:rPr>
                <a:t>WHY IDENA</a:t>
              </a:r>
              <a:endParaRPr b="1" sz="1600">
                <a:solidFill>
                  <a:srgbClr val="6D184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83" name="Google Shape;283;p14"/>
            <p:cNvSpPr txBox="1"/>
            <p:nvPr/>
          </p:nvSpPr>
          <p:spPr>
            <a:xfrm>
              <a:off x="857250" y="2667000"/>
              <a:ext cx="7429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D3328"/>
                  </a:solidFill>
                  <a:latin typeface="DM Sans"/>
                  <a:ea typeface="DM Sans"/>
                  <a:cs typeface="DM Sans"/>
                  <a:sym typeface="DM Sans"/>
                </a:rPr>
                <a:t>Because identity is the first point of success. The way we see ourselves shapes every choice, every room, every becoming that follows. IDENA exists to help women refactor that picture — on their own terms.</a:t>
              </a:r>
              <a:endParaRPr b="0" sz="1100">
                <a:solidFill>
                  <a:srgbClr val="3D3328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666750" y="3429000"/>
              <a:ext cx="7810500" cy="1047900"/>
            </a:xfrm>
            <a:prstGeom prst="roundRect">
              <a:avLst>
                <a:gd fmla="val 9090" name="adj"/>
              </a:avLst>
            </a:prstGeom>
            <a:solidFill>
              <a:srgbClr val="6D184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4"/>
            <p:cNvSpPr txBox="1"/>
            <p:nvPr/>
          </p:nvSpPr>
          <p:spPr>
            <a:xfrm>
              <a:off x="857250" y="3571875"/>
              <a:ext cx="742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WHO IS IT FOR</a:t>
              </a:r>
              <a:endParaRPr b="1" sz="1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86" name="Google Shape;286;p14"/>
            <p:cNvSpPr txBox="1"/>
            <p:nvPr/>
          </p:nvSpPr>
          <p:spPr>
            <a:xfrm>
              <a:off x="857250" y="3857625"/>
              <a:ext cx="7429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9E7F7"/>
                  </a:solidFill>
                  <a:latin typeface="DM Sans"/>
                  <a:ea typeface="DM Sans"/>
                  <a:cs typeface="DM Sans"/>
                  <a:sym typeface="DM Sans"/>
                </a:rPr>
                <a:t>Every young woman. Whether you are figuring yourself out, or quietly rebuilding who you have always been — IDENA is for you. By young women, for young women.</a:t>
              </a:r>
              <a:endParaRPr b="0" sz="1100">
                <a:solidFill>
                  <a:srgbClr val="F9E7F7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3286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oogle Shape;291;p15"/>
          <p:cNvGrpSpPr/>
          <p:nvPr/>
        </p:nvGrpSpPr>
        <p:grpSpPr>
          <a:xfrm>
            <a:off x="6172144" y="2171644"/>
            <a:ext cx="2971855" cy="2971855"/>
            <a:chOff x="-94308" y="-94308"/>
            <a:chExt cx="7924949" cy="7924949"/>
          </a:xfrm>
        </p:grpSpPr>
        <p:grpSp>
          <p:nvGrpSpPr>
            <p:cNvPr id="292" name="Google Shape;292;p15"/>
            <p:cNvGrpSpPr/>
            <p:nvPr/>
          </p:nvGrpSpPr>
          <p:grpSpPr>
            <a:xfrm rot="-2700000">
              <a:off x="1099617" y="1032931"/>
              <a:ext cx="5537099" cy="5670471"/>
              <a:chOff x="0" y="-38100"/>
              <a:chExt cx="1581765" cy="1619865"/>
            </a:xfrm>
          </p:grpSpPr>
          <p:sp>
            <p:nvSpPr>
              <p:cNvPr id="293" name="Google Shape;293;p15"/>
              <p:cNvSpPr/>
              <p:nvPr/>
            </p:nvSpPr>
            <p:spPr>
              <a:xfrm>
                <a:off x="0" y="0"/>
                <a:ext cx="1581765" cy="1581765"/>
              </a:xfrm>
              <a:custGeom>
                <a:rect b="b" l="l" r="r" t="t"/>
                <a:pathLst>
                  <a:path extrusionOk="0" h="1581765" w="1581765">
                    <a:moveTo>
                      <a:pt x="0" y="0"/>
                    </a:moveTo>
                    <a:lnTo>
                      <a:pt x="1581765" y="0"/>
                    </a:lnTo>
                    <a:lnTo>
                      <a:pt x="1581765" y="1581765"/>
                    </a:lnTo>
                    <a:lnTo>
                      <a:pt x="0" y="1581765"/>
                    </a:lnTo>
                    <a:close/>
                  </a:path>
                </a:pathLst>
              </a:custGeom>
              <a:solidFill>
                <a:srgbClr val="3A3C3F"/>
              </a:solidFill>
              <a:ln>
                <a:noFill/>
              </a:ln>
            </p:spPr>
          </p:sp>
          <p:sp>
            <p:nvSpPr>
              <p:cNvPr id="294" name="Google Shape;294;p15"/>
              <p:cNvSpPr txBox="1"/>
              <p:nvPr/>
            </p:nvSpPr>
            <p:spPr>
              <a:xfrm>
                <a:off x="0" y="-38100"/>
                <a:ext cx="1581765" cy="16198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5" name="Google Shape;295;p15"/>
            <p:cNvGrpSpPr/>
            <p:nvPr/>
          </p:nvGrpSpPr>
          <p:grpSpPr>
            <a:xfrm rot="-2700000">
              <a:off x="1639712" y="1573026"/>
              <a:ext cx="4456910" cy="4590282"/>
              <a:chOff x="0" y="-38100"/>
              <a:chExt cx="1273191" cy="1311291"/>
            </a:xfrm>
          </p:grpSpPr>
          <p:sp>
            <p:nvSpPr>
              <p:cNvPr id="296" name="Google Shape;296;p15"/>
              <p:cNvSpPr/>
              <p:nvPr/>
            </p:nvSpPr>
            <p:spPr>
              <a:xfrm>
                <a:off x="0" y="0"/>
                <a:ext cx="1273191" cy="1273191"/>
              </a:xfrm>
              <a:custGeom>
                <a:rect b="b" l="l" r="r" t="t"/>
                <a:pathLst>
                  <a:path extrusionOk="0" h="1273191" w="1273191">
                    <a:moveTo>
                      <a:pt x="0" y="0"/>
                    </a:moveTo>
                    <a:lnTo>
                      <a:pt x="1273191" y="0"/>
                    </a:lnTo>
                    <a:lnTo>
                      <a:pt x="1273191" y="1273191"/>
                    </a:lnTo>
                    <a:lnTo>
                      <a:pt x="0" y="1273191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297" name="Google Shape;297;p15"/>
              <p:cNvSpPr txBox="1"/>
              <p:nvPr/>
            </p:nvSpPr>
            <p:spPr>
              <a:xfrm>
                <a:off x="0" y="-38100"/>
                <a:ext cx="1273191" cy="1311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8" name="Google Shape;298;p15"/>
            <p:cNvGrpSpPr/>
            <p:nvPr/>
          </p:nvGrpSpPr>
          <p:grpSpPr>
            <a:xfrm rot="-2700000">
              <a:off x="2091747" y="2025061"/>
              <a:ext cx="3552838" cy="3686210"/>
              <a:chOff x="0" y="-38100"/>
              <a:chExt cx="1014927" cy="1053027"/>
            </a:xfrm>
          </p:grpSpPr>
          <p:sp>
            <p:nvSpPr>
              <p:cNvPr id="299" name="Google Shape;299;p15"/>
              <p:cNvSpPr/>
              <p:nvPr/>
            </p:nvSpPr>
            <p:spPr>
              <a:xfrm>
                <a:off x="0" y="0"/>
                <a:ext cx="1014927" cy="1014927"/>
              </a:xfrm>
              <a:custGeom>
                <a:rect b="b" l="l" r="r" t="t"/>
                <a:pathLst>
                  <a:path extrusionOk="0" h="1014927" w="1014927">
                    <a:moveTo>
                      <a:pt x="0" y="0"/>
                    </a:moveTo>
                    <a:lnTo>
                      <a:pt x="1014927" y="0"/>
                    </a:lnTo>
                    <a:lnTo>
                      <a:pt x="1014927" y="1014927"/>
                    </a:lnTo>
                    <a:lnTo>
                      <a:pt x="0" y="1014927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300" name="Google Shape;300;p15"/>
              <p:cNvSpPr txBox="1"/>
              <p:nvPr/>
            </p:nvSpPr>
            <p:spPr>
              <a:xfrm>
                <a:off x="0" y="-38100"/>
                <a:ext cx="1014927" cy="1053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1" name="Google Shape;301;p15"/>
          <p:cNvGrpSpPr/>
          <p:nvPr/>
        </p:nvGrpSpPr>
        <p:grpSpPr>
          <a:xfrm>
            <a:off x="1184343" y="2540777"/>
            <a:ext cx="2602723" cy="2602723"/>
            <a:chOff x="-82594" y="-82594"/>
            <a:chExt cx="6940594" cy="6940594"/>
          </a:xfrm>
        </p:grpSpPr>
        <p:grpSp>
          <p:nvGrpSpPr>
            <p:cNvPr id="302" name="Google Shape;302;p15"/>
            <p:cNvGrpSpPr/>
            <p:nvPr/>
          </p:nvGrpSpPr>
          <p:grpSpPr>
            <a:xfrm rot="-2700000">
              <a:off x="963034" y="904631"/>
              <a:ext cx="4849338" cy="4966144"/>
              <a:chOff x="0" y="-38100"/>
              <a:chExt cx="1581765" cy="1619865"/>
            </a:xfrm>
          </p:grpSpPr>
          <p:sp>
            <p:nvSpPr>
              <p:cNvPr id="303" name="Google Shape;303;p15"/>
              <p:cNvSpPr/>
              <p:nvPr/>
            </p:nvSpPr>
            <p:spPr>
              <a:xfrm>
                <a:off x="0" y="0"/>
                <a:ext cx="1581765" cy="1581765"/>
              </a:xfrm>
              <a:custGeom>
                <a:rect b="b" l="l" r="r" t="t"/>
                <a:pathLst>
                  <a:path extrusionOk="0" h="1581765" w="1581765">
                    <a:moveTo>
                      <a:pt x="0" y="0"/>
                    </a:moveTo>
                    <a:lnTo>
                      <a:pt x="1581765" y="0"/>
                    </a:lnTo>
                    <a:lnTo>
                      <a:pt x="1581765" y="1581765"/>
                    </a:lnTo>
                    <a:lnTo>
                      <a:pt x="0" y="1581765"/>
                    </a:lnTo>
                    <a:close/>
                  </a:path>
                </a:pathLst>
              </a:custGeom>
              <a:solidFill>
                <a:srgbClr val="3A3C3F"/>
              </a:solidFill>
              <a:ln>
                <a:noFill/>
              </a:ln>
            </p:spPr>
          </p:sp>
          <p:sp>
            <p:nvSpPr>
              <p:cNvPr id="304" name="Google Shape;304;p15"/>
              <p:cNvSpPr txBox="1"/>
              <p:nvPr/>
            </p:nvSpPr>
            <p:spPr>
              <a:xfrm>
                <a:off x="0" y="-38100"/>
                <a:ext cx="1581765" cy="16198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5" name="Google Shape;305;p15"/>
            <p:cNvGrpSpPr/>
            <p:nvPr/>
          </p:nvGrpSpPr>
          <p:grpSpPr>
            <a:xfrm rot="-2700000">
              <a:off x="1436044" y="1377641"/>
              <a:ext cx="3903319" cy="4020125"/>
              <a:chOff x="0" y="-38100"/>
              <a:chExt cx="1273191" cy="1311291"/>
            </a:xfrm>
          </p:grpSpPr>
          <p:sp>
            <p:nvSpPr>
              <p:cNvPr id="306" name="Google Shape;306;p15"/>
              <p:cNvSpPr/>
              <p:nvPr/>
            </p:nvSpPr>
            <p:spPr>
              <a:xfrm>
                <a:off x="0" y="0"/>
                <a:ext cx="1273191" cy="1273191"/>
              </a:xfrm>
              <a:custGeom>
                <a:rect b="b" l="l" r="r" t="t"/>
                <a:pathLst>
                  <a:path extrusionOk="0" h="1273191" w="1273191">
                    <a:moveTo>
                      <a:pt x="0" y="0"/>
                    </a:moveTo>
                    <a:lnTo>
                      <a:pt x="1273191" y="0"/>
                    </a:lnTo>
                    <a:lnTo>
                      <a:pt x="1273191" y="1273191"/>
                    </a:lnTo>
                    <a:lnTo>
                      <a:pt x="0" y="1273191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307" name="Google Shape;307;p15"/>
              <p:cNvSpPr txBox="1"/>
              <p:nvPr/>
            </p:nvSpPr>
            <p:spPr>
              <a:xfrm>
                <a:off x="0" y="-38100"/>
                <a:ext cx="1273191" cy="1311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8" name="Google Shape;308;p15"/>
            <p:cNvGrpSpPr/>
            <p:nvPr/>
          </p:nvGrpSpPr>
          <p:grpSpPr>
            <a:xfrm rot="-2700000">
              <a:off x="1831932" y="1773529"/>
              <a:ext cx="3111541" cy="3228347"/>
              <a:chOff x="0" y="-38100"/>
              <a:chExt cx="1014927" cy="1053027"/>
            </a:xfrm>
          </p:grpSpPr>
          <p:sp>
            <p:nvSpPr>
              <p:cNvPr id="309" name="Google Shape;309;p15"/>
              <p:cNvSpPr/>
              <p:nvPr/>
            </p:nvSpPr>
            <p:spPr>
              <a:xfrm>
                <a:off x="0" y="0"/>
                <a:ext cx="1014927" cy="1014927"/>
              </a:xfrm>
              <a:custGeom>
                <a:rect b="b" l="l" r="r" t="t"/>
                <a:pathLst>
                  <a:path extrusionOk="0" h="1014927" w="1014927">
                    <a:moveTo>
                      <a:pt x="0" y="0"/>
                    </a:moveTo>
                    <a:lnTo>
                      <a:pt x="1014927" y="0"/>
                    </a:lnTo>
                    <a:lnTo>
                      <a:pt x="1014927" y="1014927"/>
                    </a:lnTo>
                    <a:lnTo>
                      <a:pt x="0" y="1014927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310" name="Google Shape;310;p15"/>
              <p:cNvSpPr txBox="1"/>
              <p:nvPr/>
            </p:nvSpPr>
            <p:spPr>
              <a:xfrm>
                <a:off x="0" y="-38100"/>
                <a:ext cx="1014927" cy="1053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11" name="Google Shape;311;p15"/>
          <p:cNvGrpSpPr/>
          <p:nvPr/>
        </p:nvGrpSpPr>
        <p:grpSpPr>
          <a:xfrm>
            <a:off x="4977434" y="3903236"/>
            <a:ext cx="1240264" cy="1240264"/>
            <a:chOff x="-39359" y="-39359"/>
            <a:chExt cx="3307371" cy="3307371"/>
          </a:xfrm>
        </p:grpSpPr>
        <p:grpSp>
          <p:nvGrpSpPr>
            <p:cNvPr id="312" name="Google Shape;312;p15"/>
            <p:cNvGrpSpPr/>
            <p:nvPr/>
          </p:nvGrpSpPr>
          <p:grpSpPr>
            <a:xfrm rot="-2700000">
              <a:off x="458910" y="431079"/>
              <a:ext cx="2310834" cy="2366495"/>
              <a:chOff x="0" y="-38100"/>
              <a:chExt cx="1581765" cy="1619865"/>
            </a:xfrm>
          </p:grpSpPr>
          <p:sp>
            <p:nvSpPr>
              <p:cNvPr id="313" name="Google Shape;313;p15"/>
              <p:cNvSpPr/>
              <p:nvPr/>
            </p:nvSpPr>
            <p:spPr>
              <a:xfrm>
                <a:off x="0" y="0"/>
                <a:ext cx="1581765" cy="1581765"/>
              </a:xfrm>
              <a:custGeom>
                <a:rect b="b" l="l" r="r" t="t"/>
                <a:pathLst>
                  <a:path extrusionOk="0" h="1581765" w="1581765">
                    <a:moveTo>
                      <a:pt x="0" y="0"/>
                    </a:moveTo>
                    <a:lnTo>
                      <a:pt x="1581765" y="0"/>
                    </a:lnTo>
                    <a:lnTo>
                      <a:pt x="1581765" y="1581765"/>
                    </a:lnTo>
                    <a:lnTo>
                      <a:pt x="0" y="1581765"/>
                    </a:lnTo>
                    <a:close/>
                  </a:path>
                </a:pathLst>
              </a:custGeom>
              <a:solidFill>
                <a:srgbClr val="3A3C3F"/>
              </a:solidFill>
              <a:ln>
                <a:noFill/>
              </a:ln>
            </p:spPr>
          </p:sp>
          <p:sp>
            <p:nvSpPr>
              <p:cNvPr id="314" name="Google Shape;314;p15"/>
              <p:cNvSpPr txBox="1"/>
              <p:nvPr/>
            </p:nvSpPr>
            <p:spPr>
              <a:xfrm>
                <a:off x="0" y="-38100"/>
                <a:ext cx="1581765" cy="16198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5" name="Google Shape;315;p15"/>
            <p:cNvGrpSpPr/>
            <p:nvPr/>
          </p:nvGrpSpPr>
          <p:grpSpPr>
            <a:xfrm rot="-2700000">
              <a:off x="684312" y="656481"/>
              <a:ext cx="1860031" cy="1915692"/>
              <a:chOff x="0" y="-38100"/>
              <a:chExt cx="1273191" cy="1311291"/>
            </a:xfrm>
          </p:grpSpPr>
          <p:sp>
            <p:nvSpPr>
              <p:cNvPr id="316" name="Google Shape;316;p15"/>
              <p:cNvSpPr/>
              <p:nvPr/>
            </p:nvSpPr>
            <p:spPr>
              <a:xfrm>
                <a:off x="0" y="0"/>
                <a:ext cx="1273191" cy="1273191"/>
              </a:xfrm>
              <a:custGeom>
                <a:rect b="b" l="l" r="r" t="t"/>
                <a:pathLst>
                  <a:path extrusionOk="0" h="1273191" w="1273191">
                    <a:moveTo>
                      <a:pt x="0" y="0"/>
                    </a:moveTo>
                    <a:lnTo>
                      <a:pt x="1273191" y="0"/>
                    </a:lnTo>
                    <a:lnTo>
                      <a:pt x="1273191" y="1273191"/>
                    </a:lnTo>
                    <a:lnTo>
                      <a:pt x="0" y="1273191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317" name="Google Shape;317;p15"/>
              <p:cNvSpPr txBox="1"/>
              <p:nvPr/>
            </p:nvSpPr>
            <p:spPr>
              <a:xfrm>
                <a:off x="0" y="-38100"/>
                <a:ext cx="1273191" cy="1311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8" name="Google Shape;318;p15"/>
            <p:cNvGrpSpPr/>
            <p:nvPr/>
          </p:nvGrpSpPr>
          <p:grpSpPr>
            <a:xfrm rot="-2700000">
              <a:off x="872963" y="845132"/>
              <a:ext cx="1482729" cy="1538390"/>
              <a:chOff x="0" y="-38100"/>
              <a:chExt cx="1014927" cy="1053027"/>
            </a:xfrm>
          </p:grpSpPr>
          <p:sp>
            <p:nvSpPr>
              <p:cNvPr id="319" name="Google Shape;319;p15"/>
              <p:cNvSpPr/>
              <p:nvPr/>
            </p:nvSpPr>
            <p:spPr>
              <a:xfrm>
                <a:off x="0" y="0"/>
                <a:ext cx="1014927" cy="1014927"/>
              </a:xfrm>
              <a:custGeom>
                <a:rect b="b" l="l" r="r" t="t"/>
                <a:pathLst>
                  <a:path extrusionOk="0" h="1014927" w="1014927">
                    <a:moveTo>
                      <a:pt x="0" y="0"/>
                    </a:moveTo>
                    <a:lnTo>
                      <a:pt x="1014927" y="0"/>
                    </a:lnTo>
                    <a:lnTo>
                      <a:pt x="1014927" y="1014927"/>
                    </a:lnTo>
                    <a:lnTo>
                      <a:pt x="0" y="1014927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320" name="Google Shape;320;p15"/>
              <p:cNvSpPr txBox="1"/>
              <p:nvPr/>
            </p:nvSpPr>
            <p:spPr>
              <a:xfrm>
                <a:off x="0" y="-38100"/>
                <a:ext cx="1014927" cy="1053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1" name="Google Shape;321;p15"/>
          <p:cNvGrpSpPr/>
          <p:nvPr/>
        </p:nvGrpSpPr>
        <p:grpSpPr>
          <a:xfrm>
            <a:off x="3762118" y="3903236"/>
            <a:ext cx="1240264" cy="1240264"/>
            <a:chOff x="-39359" y="-39359"/>
            <a:chExt cx="3307371" cy="3307371"/>
          </a:xfrm>
        </p:grpSpPr>
        <p:grpSp>
          <p:nvGrpSpPr>
            <p:cNvPr id="322" name="Google Shape;322;p15"/>
            <p:cNvGrpSpPr/>
            <p:nvPr/>
          </p:nvGrpSpPr>
          <p:grpSpPr>
            <a:xfrm rot="-2700000">
              <a:off x="458910" y="431079"/>
              <a:ext cx="2310834" cy="2366495"/>
              <a:chOff x="0" y="-38100"/>
              <a:chExt cx="1581765" cy="1619865"/>
            </a:xfrm>
          </p:grpSpPr>
          <p:sp>
            <p:nvSpPr>
              <p:cNvPr id="323" name="Google Shape;323;p15"/>
              <p:cNvSpPr/>
              <p:nvPr/>
            </p:nvSpPr>
            <p:spPr>
              <a:xfrm>
                <a:off x="0" y="0"/>
                <a:ext cx="1581765" cy="1581765"/>
              </a:xfrm>
              <a:custGeom>
                <a:rect b="b" l="l" r="r" t="t"/>
                <a:pathLst>
                  <a:path extrusionOk="0" h="1581765" w="1581765">
                    <a:moveTo>
                      <a:pt x="0" y="0"/>
                    </a:moveTo>
                    <a:lnTo>
                      <a:pt x="1581765" y="0"/>
                    </a:lnTo>
                    <a:lnTo>
                      <a:pt x="1581765" y="1581765"/>
                    </a:lnTo>
                    <a:lnTo>
                      <a:pt x="0" y="1581765"/>
                    </a:lnTo>
                    <a:close/>
                  </a:path>
                </a:pathLst>
              </a:custGeom>
              <a:solidFill>
                <a:srgbClr val="3A3C3F"/>
              </a:solidFill>
              <a:ln>
                <a:noFill/>
              </a:ln>
            </p:spPr>
          </p:sp>
          <p:sp>
            <p:nvSpPr>
              <p:cNvPr id="324" name="Google Shape;324;p15"/>
              <p:cNvSpPr txBox="1"/>
              <p:nvPr/>
            </p:nvSpPr>
            <p:spPr>
              <a:xfrm>
                <a:off x="0" y="-38100"/>
                <a:ext cx="1581765" cy="16198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5" name="Google Shape;325;p15"/>
            <p:cNvGrpSpPr/>
            <p:nvPr/>
          </p:nvGrpSpPr>
          <p:grpSpPr>
            <a:xfrm rot="-2700000">
              <a:off x="684312" y="656481"/>
              <a:ext cx="1860031" cy="1915692"/>
              <a:chOff x="0" y="-38100"/>
              <a:chExt cx="1273191" cy="1311291"/>
            </a:xfrm>
          </p:grpSpPr>
          <p:sp>
            <p:nvSpPr>
              <p:cNvPr id="326" name="Google Shape;326;p15"/>
              <p:cNvSpPr/>
              <p:nvPr/>
            </p:nvSpPr>
            <p:spPr>
              <a:xfrm>
                <a:off x="0" y="0"/>
                <a:ext cx="1273191" cy="1273191"/>
              </a:xfrm>
              <a:custGeom>
                <a:rect b="b" l="l" r="r" t="t"/>
                <a:pathLst>
                  <a:path extrusionOk="0" h="1273191" w="1273191">
                    <a:moveTo>
                      <a:pt x="0" y="0"/>
                    </a:moveTo>
                    <a:lnTo>
                      <a:pt x="1273191" y="0"/>
                    </a:lnTo>
                    <a:lnTo>
                      <a:pt x="1273191" y="1273191"/>
                    </a:lnTo>
                    <a:lnTo>
                      <a:pt x="0" y="1273191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327" name="Google Shape;327;p15"/>
              <p:cNvSpPr txBox="1"/>
              <p:nvPr/>
            </p:nvSpPr>
            <p:spPr>
              <a:xfrm>
                <a:off x="0" y="-38100"/>
                <a:ext cx="1273191" cy="1311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8" name="Google Shape;328;p15"/>
            <p:cNvGrpSpPr/>
            <p:nvPr/>
          </p:nvGrpSpPr>
          <p:grpSpPr>
            <a:xfrm rot="-2700000">
              <a:off x="872963" y="845132"/>
              <a:ext cx="1482729" cy="1538390"/>
              <a:chOff x="0" y="-38100"/>
              <a:chExt cx="1014927" cy="1053027"/>
            </a:xfrm>
          </p:grpSpPr>
          <p:sp>
            <p:nvSpPr>
              <p:cNvPr id="329" name="Google Shape;329;p15"/>
              <p:cNvSpPr/>
              <p:nvPr/>
            </p:nvSpPr>
            <p:spPr>
              <a:xfrm>
                <a:off x="0" y="0"/>
                <a:ext cx="1014927" cy="1014927"/>
              </a:xfrm>
              <a:custGeom>
                <a:rect b="b" l="l" r="r" t="t"/>
                <a:pathLst>
                  <a:path extrusionOk="0" h="1014927" w="1014927">
                    <a:moveTo>
                      <a:pt x="0" y="0"/>
                    </a:moveTo>
                    <a:lnTo>
                      <a:pt x="1014927" y="0"/>
                    </a:lnTo>
                    <a:lnTo>
                      <a:pt x="1014927" y="1014927"/>
                    </a:lnTo>
                    <a:lnTo>
                      <a:pt x="0" y="1014927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330" name="Google Shape;330;p15"/>
              <p:cNvSpPr txBox="1"/>
              <p:nvPr/>
            </p:nvSpPr>
            <p:spPr>
              <a:xfrm>
                <a:off x="0" y="-38100"/>
                <a:ext cx="1014927" cy="1053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1" name="Google Shape;331;p15"/>
          <p:cNvGrpSpPr/>
          <p:nvPr/>
        </p:nvGrpSpPr>
        <p:grpSpPr>
          <a:xfrm>
            <a:off x="-14760" y="3903236"/>
            <a:ext cx="1240264" cy="1240264"/>
            <a:chOff x="-39359" y="-39359"/>
            <a:chExt cx="3307371" cy="3307371"/>
          </a:xfrm>
        </p:grpSpPr>
        <p:grpSp>
          <p:nvGrpSpPr>
            <p:cNvPr id="332" name="Google Shape;332;p15"/>
            <p:cNvGrpSpPr/>
            <p:nvPr/>
          </p:nvGrpSpPr>
          <p:grpSpPr>
            <a:xfrm rot="-2700000">
              <a:off x="458910" y="431079"/>
              <a:ext cx="2310834" cy="2366495"/>
              <a:chOff x="0" y="-38100"/>
              <a:chExt cx="1581765" cy="1619865"/>
            </a:xfrm>
          </p:grpSpPr>
          <p:sp>
            <p:nvSpPr>
              <p:cNvPr id="333" name="Google Shape;333;p15"/>
              <p:cNvSpPr/>
              <p:nvPr/>
            </p:nvSpPr>
            <p:spPr>
              <a:xfrm>
                <a:off x="0" y="0"/>
                <a:ext cx="1581765" cy="1581765"/>
              </a:xfrm>
              <a:custGeom>
                <a:rect b="b" l="l" r="r" t="t"/>
                <a:pathLst>
                  <a:path extrusionOk="0" h="1581765" w="1581765">
                    <a:moveTo>
                      <a:pt x="0" y="0"/>
                    </a:moveTo>
                    <a:lnTo>
                      <a:pt x="1581765" y="0"/>
                    </a:lnTo>
                    <a:lnTo>
                      <a:pt x="1581765" y="1581765"/>
                    </a:lnTo>
                    <a:lnTo>
                      <a:pt x="0" y="1581765"/>
                    </a:lnTo>
                    <a:close/>
                  </a:path>
                </a:pathLst>
              </a:custGeom>
              <a:solidFill>
                <a:srgbClr val="3A3C3F"/>
              </a:solidFill>
              <a:ln>
                <a:noFill/>
              </a:ln>
            </p:spPr>
          </p:sp>
          <p:sp>
            <p:nvSpPr>
              <p:cNvPr id="334" name="Google Shape;334;p15"/>
              <p:cNvSpPr txBox="1"/>
              <p:nvPr/>
            </p:nvSpPr>
            <p:spPr>
              <a:xfrm>
                <a:off x="0" y="-38100"/>
                <a:ext cx="1581765" cy="16198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5" name="Google Shape;335;p15"/>
            <p:cNvGrpSpPr/>
            <p:nvPr/>
          </p:nvGrpSpPr>
          <p:grpSpPr>
            <a:xfrm rot="-2700000">
              <a:off x="684312" y="656481"/>
              <a:ext cx="1860031" cy="1915692"/>
              <a:chOff x="0" y="-38100"/>
              <a:chExt cx="1273191" cy="1311291"/>
            </a:xfrm>
          </p:grpSpPr>
          <p:sp>
            <p:nvSpPr>
              <p:cNvPr id="336" name="Google Shape;336;p15"/>
              <p:cNvSpPr/>
              <p:nvPr/>
            </p:nvSpPr>
            <p:spPr>
              <a:xfrm>
                <a:off x="0" y="0"/>
                <a:ext cx="1273191" cy="1273191"/>
              </a:xfrm>
              <a:custGeom>
                <a:rect b="b" l="l" r="r" t="t"/>
                <a:pathLst>
                  <a:path extrusionOk="0" h="1273191" w="1273191">
                    <a:moveTo>
                      <a:pt x="0" y="0"/>
                    </a:moveTo>
                    <a:lnTo>
                      <a:pt x="1273191" y="0"/>
                    </a:lnTo>
                    <a:lnTo>
                      <a:pt x="1273191" y="1273191"/>
                    </a:lnTo>
                    <a:lnTo>
                      <a:pt x="0" y="1273191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337" name="Google Shape;337;p15"/>
              <p:cNvSpPr txBox="1"/>
              <p:nvPr/>
            </p:nvSpPr>
            <p:spPr>
              <a:xfrm>
                <a:off x="0" y="-38100"/>
                <a:ext cx="1273191" cy="1311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8" name="Google Shape;338;p15"/>
            <p:cNvGrpSpPr/>
            <p:nvPr/>
          </p:nvGrpSpPr>
          <p:grpSpPr>
            <a:xfrm rot="-2700000">
              <a:off x="872963" y="845132"/>
              <a:ext cx="1482729" cy="1538390"/>
              <a:chOff x="0" y="-38100"/>
              <a:chExt cx="1014927" cy="1053027"/>
            </a:xfrm>
          </p:grpSpPr>
          <p:sp>
            <p:nvSpPr>
              <p:cNvPr id="339" name="Google Shape;339;p15"/>
              <p:cNvSpPr/>
              <p:nvPr/>
            </p:nvSpPr>
            <p:spPr>
              <a:xfrm>
                <a:off x="0" y="0"/>
                <a:ext cx="1014927" cy="1014927"/>
              </a:xfrm>
              <a:custGeom>
                <a:rect b="b" l="l" r="r" t="t"/>
                <a:pathLst>
                  <a:path extrusionOk="0" h="1014927" w="1014927">
                    <a:moveTo>
                      <a:pt x="0" y="0"/>
                    </a:moveTo>
                    <a:lnTo>
                      <a:pt x="1014927" y="0"/>
                    </a:lnTo>
                    <a:lnTo>
                      <a:pt x="1014927" y="1014927"/>
                    </a:lnTo>
                    <a:lnTo>
                      <a:pt x="0" y="1014927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340" name="Google Shape;340;p15"/>
              <p:cNvSpPr txBox="1"/>
              <p:nvPr/>
            </p:nvSpPr>
            <p:spPr>
              <a:xfrm>
                <a:off x="0" y="-38100"/>
                <a:ext cx="1014927" cy="1053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41" name="Google Shape;341;p15"/>
          <p:cNvGrpSpPr/>
          <p:nvPr/>
        </p:nvGrpSpPr>
        <p:grpSpPr>
          <a:xfrm>
            <a:off x="0" y="1056247"/>
            <a:ext cx="9144000" cy="3572903"/>
            <a:chOff x="0" y="-38100"/>
            <a:chExt cx="4816593" cy="1882023"/>
          </a:xfrm>
        </p:grpSpPr>
        <p:sp>
          <p:nvSpPr>
            <p:cNvPr id="342" name="Google Shape;342;p15"/>
            <p:cNvSpPr/>
            <p:nvPr/>
          </p:nvSpPr>
          <p:spPr>
            <a:xfrm>
              <a:off x="0" y="0"/>
              <a:ext cx="4816592" cy="1843923"/>
            </a:xfrm>
            <a:custGeom>
              <a:rect b="b" l="l" r="r" t="t"/>
              <a:pathLst>
                <a:path extrusionOk="0" h="184392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843923"/>
                  </a:lnTo>
                  <a:lnTo>
                    <a:pt x="0" y="18439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43" name="Google Shape;343;p15"/>
            <p:cNvSpPr txBox="1"/>
            <p:nvPr/>
          </p:nvSpPr>
          <p:spPr>
            <a:xfrm>
              <a:off x="0" y="-38100"/>
              <a:ext cx="4816593" cy="18820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4" name="Google Shape;344;p15"/>
          <p:cNvSpPr txBox="1"/>
          <p:nvPr/>
        </p:nvSpPr>
        <p:spPr>
          <a:xfrm>
            <a:off x="514350" y="494808"/>
            <a:ext cx="8160011" cy="42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WHAT YOU GAIN</a:t>
            </a:r>
            <a:endParaRPr sz="700"/>
          </a:p>
        </p:txBody>
      </p:sp>
      <p:grpSp>
        <p:nvGrpSpPr>
          <p:cNvPr id="345" name="Google Shape;345;p15"/>
          <p:cNvGrpSpPr/>
          <p:nvPr/>
        </p:nvGrpSpPr>
        <p:grpSpPr>
          <a:xfrm>
            <a:off x="514350" y="1638408"/>
            <a:ext cx="8219507" cy="2452496"/>
            <a:chOff x="0" y="-47625"/>
            <a:chExt cx="21918684" cy="6539991"/>
          </a:xfrm>
        </p:grpSpPr>
        <p:grpSp>
          <p:nvGrpSpPr>
            <p:cNvPr id="346" name="Google Shape;346;p15"/>
            <p:cNvGrpSpPr/>
            <p:nvPr/>
          </p:nvGrpSpPr>
          <p:grpSpPr>
            <a:xfrm>
              <a:off x="260401" y="907151"/>
              <a:ext cx="5294572" cy="2460580"/>
              <a:chOff x="0" y="-38100"/>
              <a:chExt cx="1393693" cy="647700"/>
            </a:xfrm>
          </p:grpSpPr>
          <p:sp>
            <p:nvSpPr>
              <p:cNvPr id="347" name="Google Shape;347;p15"/>
              <p:cNvSpPr/>
              <p:nvPr/>
            </p:nvSpPr>
            <p:spPr>
              <a:xfrm>
                <a:off x="0" y="0"/>
                <a:ext cx="1393693" cy="609600"/>
              </a:xfrm>
              <a:custGeom>
                <a:rect b="b" l="l" r="r" t="t"/>
                <a:pathLst>
                  <a:path extrusionOk="0" h="609600" w="1393693">
                    <a:moveTo>
                      <a:pt x="203200" y="0"/>
                    </a:moveTo>
                    <a:lnTo>
                      <a:pt x="1393693" y="0"/>
                    </a:lnTo>
                    <a:lnTo>
                      <a:pt x="1190493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3C3F"/>
              </a:solidFill>
              <a:ln>
                <a:noFill/>
              </a:ln>
            </p:spPr>
          </p:sp>
          <p:sp>
            <p:nvSpPr>
              <p:cNvPr id="348" name="Google Shape;348;p15"/>
              <p:cNvSpPr txBox="1"/>
              <p:nvPr/>
            </p:nvSpPr>
            <p:spPr>
              <a:xfrm>
                <a:off x="101600" y="-38100"/>
                <a:ext cx="1190493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9" name="Google Shape;349;p15"/>
            <p:cNvGrpSpPr/>
            <p:nvPr/>
          </p:nvGrpSpPr>
          <p:grpSpPr>
            <a:xfrm>
              <a:off x="6147931" y="907151"/>
              <a:ext cx="5294572" cy="2460580"/>
              <a:chOff x="0" y="-38100"/>
              <a:chExt cx="1393693" cy="647700"/>
            </a:xfrm>
          </p:grpSpPr>
          <p:sp>
            <p:nvSpPr>
              <p:cNvPr id="350" name="Google Shape;350;p15"/>
              <p:cNvSpPr/>
              <p:nvPr/>
            </p:nvSpPr>
            <p:spPr>
              <a:xfrm>
                <a:off x="0" y="0"/>
                <a:ext cx="1393693" cy="609600"/>
              </a:xfrm>
              <a:custGeom>
                <a:rect b="b" l="l" r="r" t="t"/>
                <a:pathLst>
                  <a:path extrusionOk="0" h="609600" w="1393693">
                    <a:moveTo>
                      <a:pt x="203200" y="0"/>
                    </a:moveTo>
                    <a:lnTo>
                      <a:pt x="1393693" y="0"/>
                    </a:lnTo>
                    <a:lnTo>
                      <a:pt x="1190493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351" name="Google Shape;351;p15"/>
              <p:cNvSpPr txBox="1"/>
              <p:nvPr/>
            </p:nvSpPr>
            <p:spPr>
              <a:xfrm>
                <a:off x="101600" y="-38100"/>
                <a:ext cx="1190493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2" name="Google Shape;352;p15"/>
            <p:cNvGrpSpPr/>
            <p:nvPr/>
          </p:nvGrpSpPr>
          <p:grpSpPr>
            <a:xfrm>
              <a:off x="11605642" y="907151"/>
              <a:ext cx="5294572" cy="2460580"/>
              <a:chOff x="0" y="-38100"/>
              <a:chExt cx="1393693" cy="647700"/>
            </a:xfrm>
          </p:grpSpPr>
          <p:sp>
            <p:nvSpPr>
              <p:cNvPr id="353" name="Google Shape;353;p15"/>
              <p:cNvSpPr/>
              <p:nvPr/>
            </p:nvSpPr>
            <p:spPr>
              <a:xfrm>
                <a:off x="0" y="0"/>
                <a:ext cx="1393693" cy="609600"/>
              </a:xfrm>
              <a:custGeom>
                <a:rect b="b" l="l" r="r" t="t"/>
                <a:pathLst>
                  <a:path extrusionOk="0" h="609600" w="1393693">
                    <a:moveTo>
                      <a:pt x="203200" y="0"/>
                    </a:moveTo>
                    <a:lnTo>
                      <a:pt x="1393693" y="0"/>
                    </a:lnTo>
                    <a:lnTo>
                      <a:pt x="1190493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612A22"/>
              </a:solidFill>
              <a:ln>
                <a:noFill/>
              </a:ln>
            </p:spPr>
          </p:sp>
          <p:sp>
            <p:nvSpPr>
              <p:cNvPr id="354" name="Google Shape;354;p15"/>
              <p:cNvSpPr txBox="1"/>
              <p:nvPr/>
            </p:nvSpPr>
            <p:spPr>
              <a:xfrm>
                <a:off x="101600" y="-38100"/>
                <a:ext cx="1190493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5" name="Google Shape;355;p15"/>
            <p:cNvGrpSpPr/>
            <p:nvPr/>
          </p:nvGrpSpPr>
          <p:grpSpPr>
            <a:xfrm>
              <a:off x="16624112" y="907151"/>
              <a:ext cx="5294572" cy="2460580"/>
              <a:chOff x="0" y="-38100"/>
              <a:chExt cx="1393693" cy="647700"/>
            </a:xfrm>
          </p:grpSpPr>
          <p:sp>
            <p:nvSpPr>
              <p:cNvPr id="356" name="Google Shape;356;p15"/>
              <p:cNvSpPr/>
              <p:nvPr/>
            </p:nvSpPr>
            <p:spPr>
              <a:xfrm>
                <a:off x="0" y="0"/>
                <a:ext cx="1393693" cy="609600"/>
              </a:xfrm>
              <a:custGeom>
                <a:rect b="b" l="l" r="r" t="t"/>
                <a:pathLst>
                  <a:path extrusionOk="0" h="609600" w="1393693">
                    <a:moveTo>
                      <a:pt x="203200" y="0"/>
                    </a:moveTo>
                    <a:lnTo>
                      <a:pt x="1393693" y="0"/>
                    </a:lnTo>
                    <a:lnTo>
                      <a:pt x="1190493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775F4E"/>
              </a:solidFill>
              <a:ln>
                <a:noFill/>
              </a:ln>
            </p:spPr>
          </p:sp>
          <p:sp>
            <p:nvSpPr>
              <p:cNvPr id="357" name="Google Shape;357;p15"/>
              <p:cNvSpPr txBox="1"/>
              <p:nvPr/>
            </p:nvSpPr>
            <p:spPr>
              <a:xfrm>
                <a:off x="101600" y="-38100"/>
                <a:ext cx="1190493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8" name="Google Shape;358;p15"/>
            <p:cNvSpPr txBox="1"/>
            <p:nvPr/>
          </p:nvSpPr>
          <p:spPr>
            <a:xfrm>
              <a:off x="0" y="4103703"/>
              <a:ext cx="5815374" cy="2143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3A3C3F"/>
                  </a:solidFill>
                  <a:latin typeface="DM Sans"/>
                  <a:ea typeface="DM Sans"/>
                  <a:cs typeface="DM Sans"/>
                  <a:sym typeface="DM Sans"/>
                </a:rPr>
                <a:t>TOOLS TO REBUILD HOW YOU SEE YOURSELF — BEYOND THE VOICES THAT DEFINED YOU FIRST.</a:t>
              </a:r>
              <a:endParaRPr sz="700"/>
            </a:p>
          </p:txBody>
        </p:sp>
        <p:sp>
          <p:nvSpPr>
            <p:cNvPr id="359" name="Google Shape;359;p15"/>
            <p:cNvSpPr txBox="1"/>
            <p:nvPr/>
          </p:nvSpPr>
          <p:spPr>
            <a:xfrm>
              <a:off x="1951869" y="-47625"/>
              <a:ext cx="1911637" cy="416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900" u="none" cap="none" strike="noStrike">
                  <a:solidFill>
                    <a:srgbClr val="3A3C3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700"/>
            </a:p>
          </p:txBody>
        </p:sp>
        <p:sp>
          <p:nvSpPr>
            <p:cNvPr id="360" name="Google Shape;360;p15"/>
            <p:cNvSpPr txBox="1"/>
            <p:nvPr/>
          </p:nvSpPr>
          <p:spPr>
            <a:xfrm>
              <a:off x="657603" y="1782302"/>
              <a:ext cx="4237176" cy="686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5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REFRAME</a:t>
              </a:r>
              <a:endParaRPr sz="700"/>
            </a:p>
          </p:txBody>
        </p:sp>
        <p:sp>
          <p:nvSpPr>
            <p:cNvPr id="361" name="Google Shape;361;p15"/>
            <p:cNvSpPr txBox="1"/>
            <p:nvPr/>
          </p:nvSpPr>
          <p:spPr>
            <a:xfrm>
              <a:off x="6147931" y="3802506"/>
              <a:ext cx="4600571" cy="26898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3A3C3F"/>
                  </a:solidFill>
                  <a:latin typeface="DM Sans"/>
                  <a:ea typeface="DM Sans"/>
                  <a:cs typeface="DM Sans"/>
                  <a:sym typeface="DM Sans"/>
                </a:rPr>
                <a:t>HONEST CONVERSATIONS ON IDENTITY, SELF-WORTH, AND THE WOMAN BENEATH THE NOISE.</a:t>
              </a:r>
              <a:endParaRPr sz="700"/>
            </a:p>
          </p:txBody>
        </p:sp>
        <p:sp>
          <p:nvSpPr>
            <p:cNvPr id="362" name="Google Shape;362;p15"/>
            <p:cNvSpPr txBox="1"/>
            <p:nvPr/>
          </p:nvSpPr>
          <p:spPr>
            <a:xfrm>
              <a:off x="7943524" y="-47625"/>
              <a:ext cx="2327675" cy="416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900" u="none" cap="none" strike="noStrike">
                  <a:solidFill>
                    <a:srgbClr val="3A3C3F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sz="700"/>
            </a:p>
          </p:txBody>
        </p:sp>
        <p:sp>
          <p:nvSpPr>
            <p:cNvPr id="363" name="Google Shape;363;p15"/>
            <p:cNvSpPr txBox="1"/>
            <p:nvPr/>
          </p:nvSpPr>
          <p:spPr>
            <a:xfrm>
              <a:off x="6841932" y="1782302"/>
              <a:ext cx="4237176" cy="686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5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REDISCOVER</a:t>
              </a:r>
              <a:endParaRPr sz="700"/>
            </a:p>
          </p:txBody>
        </p:sp>
        <p:sp>
          <p:nvSpPr>
            <p:cNvPr id="364" name="Google Shape;364;p15"/>
            <p:cNvSpPr txBox="1"/>
            <p:nvPr/>
          </p:nvSpPr>
          <p:spPr>
            <a:xfrm>
              <a:off x="11469371" y="3802506"/>
              <a:ext cx="4172833" cy="26898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3A3C3F"/>
                  </a:solidFill>
                  <a:latin typeface="DM Sans"/>
                  <a:ea typeface="DM Sans"/>
                  <a:cs typeface="DM Sans"/>
                  <a:sym typeface="DM Sans"/>
                </a:rPr>
                <a:t>A COMMUNITY OF WOMEN NAVIGATING THE SAME SHIFT — QUIET, POWERFUL, ONGOING.</a:t>
              </a:r>
              <a:endParaRPr sz="700"/>
            </a:p>
          </p:txBody>
        </p:sp>
        <p:sp>
          <p:nvSpPr>
            <p:cNvPr id="365" name="Google Shape;365;p15"/>
            <p:cNvSpPr txBox="1"/>
            <p:nvPr/>
          </p:nvSpPr>
          <p:spPr>
            <a:xfrm>
              <a:off x="13555788" y="-47625"/>
              <a:ext cx="2427848" cy="416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900" u="none" cap="none" strike="noStrike">
                  <a:solidFill>
                    <a:srgbClr val="3A3C3F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sz="700"/>
            </a:p>
          </p:txBody>
        </p:sp>
        <p:sp>
          <p:nvSpPr>
            <p:cNvPr id="366" name="Google Shape;366;p15"/>
            <p:cNvSpPr txBox="1"/>
            <p:nvPr/>
          </p:nvSpPr>
          <p:spPr>
            <a:xfrm>
              <a:off x="12114760" y="1782302"/>
              <a:ext cx="4237176" cy="686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5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CONNECT</a:t>
              </a:r>
              <a:endParaRPr sz="700"/>
            </a:p>
          </p:txBody>
        </p:sp>
        <p:sp>
          <p:nvSpPr>
            <p:cNvPr id="367" name="Google Shape;367;p15"/>
            <p:cNvSpPr txBox="1"/>
            <p:nvPr/>
          </p:nvSpPr>
          <p:spPr>
            <a:xfrm>
              <a:off x="16366104" y="4015431"/>
              <a:ext cx="4506715" cy="2143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3A3C3F"/>
                  </a:solidFill>
                  <a:latin typeface="DM Sans"/>
                  <a:ea typeface="DM Sans"/>
                  <a:cs typeface="DM Sans"/>
                  <a:sym typeface="DM Sans"/>
                </a:rPr>
                <a:t>PRACTICAL TAKEAWAYS FROM SPEAKERS WHO HAVE WALKED THE PATH YOU'RE WALKING.</a:t>
              </a:r>
              <a:endParaRPr sz="700"/>
            </a:p>
          </p:txBody>
        </p:sp>
        <p:sp>
          <p:nvSpPr>
            <p:cNvPr id="368" name="Google Shape;368;p15"/>
            <p:cNvSpPr txBox="1"/>
            <p:nvPr/>
          </p:nvSpPr>
          <p:spPr>
            <a:xfrm>
              <a:off x="18605294" y="-47625"/>
              <a:ext cx="2240231" cy="416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900" u="none" cap="none" strike="noStrike">
                  <a:solidFill>
                    <a:srgbClr val="3A3C3F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700"/>
            </a:p>
          </p:txBody>
        </p:sp>
        <p:sp>
          <p:nvSpPr>
            <p:cNvPr id="369" name="Google Shape;369;p15"/>
            <p:cNvSpPr txBox="1"/>
            <p:nvPr/>
          </p:nvSpPr>
          <p:spPr>
            <a:xfrm>
              <a:off x="17152810" y="1782302"/>
              <a:ext cx="4237176" cy="686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5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CARRY FORWARD</a:t>
              </a:r>
              <a:endParaRPr sz="70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D1841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" name="Google Shape;374;p16"/>
          <p:cNvGrpSpPr/>
          <p:nvPr/>
        </p:nvGrpSpPr>
        <p:grpSpPr>
          <a:xfrm>
            <a:off x="6172144" y="2171510"/>
            <a:ext cx="2972124" cy="2972124"/>
            <a:chOff x="-94309" y="-94665"/>
            <a:chExt cx="7925663" cy="7925663"/>
          </a:xfrm>
        </p:grpSpPr>
        <p:grpSp>
          <p:nvGrpSpPr>
            <p:cNvPr id="375" name="Google Shape;375;p16"/>
            <p:cNvGrpSpPr/>
            <p:nvPr/>
          </p:nvGrpSpPr>
          <p:grpSpPr>
            <a:xfrm rot="-2700000">
              <a:off x="1099721" y="1032678"/>
              <a:ext cx="5537604" cy="5670977"/>
              <a:chOff x="0" y="-38100"/>
              <a:chExt cx="1581900" cy="1620000"/>
            </a:xfrm>
          </p:grpSpPr>
          <p:sp>
            <p:nvSpPr>
              <p:cNvPr id="376" name="Google Shape;376;p16"/>
              <p:cNvSpPr/>
              <p:nvPr/>
            </p:nvSpPr>
            <p:spPr>
              <a:xfrm>
                <a:off x="0" y="0"/>
                <a:ext cx="1581765" cy="1581765"/>
              </a:xfrm>
              <a:custGeom>
                <a:rect b="b" l="l" r="r" t="t"/>
                <a:pathLst>
                  <a:path extrusionOk="0" h="1581765" w="1581765">
                    <a:moveTo>
                      <a:pt x="0" y="0"/>
                    </a:moveTo>
                    <a:lnTo>
                      <a:pt x="1581765" y="0"/>
                    </a:lnTo>
                    <a:lnTo>
                      <a:pt x="1581765" y="1581765"/>
                    </a:lnTo>
                    <a:lnTo>
                      <a:pt x="0" y="1581765"/>
                    </a:lnTo>
                    <a:close/>
                  </a:path>
                </a:pathLst>
              </a:custGeom>
              <a:solidFill>
                <a:srgbClr val="3A3C3F"/>
              </a:solidFill>
              <a:ln>
                <a:noFill/>
              </a:ln>
            </p:spPr>
          </p:sp>
          <p:sp>
            <p:nvSpPr>
              <p:cNvPr id="377" name="Google Shape;377;p16"/>
              <p:cNvSpPr txBox="1"/>
              <p:nvPr/>
            </p:nvSpPr>
            <p:spPr>
              <a:xfrm>
                <a:off x="0" y="-38100"/>
                <a:ext cx="1581900" cy="16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8" name="Google Shape;378;p16"/>
            <p:cNvGrpSpPr/>
            <p:nvPr/>
          </p:nvGrpSpPr>
          <p:grpSpPr>
            <a:xfrm rot="-2700000">
              <a:off x="1639723" y="1572996"/>
              <a:ext cx="4456968" cy="4590340"/>
              <a:chOff x="0" y="-38100"/>
              <a:chExt cx="1273200" cy="1311300"/>
            </a:xfrm>
          </p:grpSpPr>
          <p:sp>
            <p:nvSpPr>
              <p:cNvPr id="379" name="Google Shape;379;p16"/>
              <p:cNvSpPr/>
              <p:nvPr/>
            </p:nvSpPr>
            <p:spPr>
              <a:xfrm>
                <a:off x="0" y="0"/>
                <a:ext cx="1273191" cy="1273191"/>
              </a:xfrm>
              <a:custGeom>
                <a:rect b="b" l="l" r="r" t="t"/>
                <a:pathLst>
                  <a:path extrusionOk="0" h="1273191" w="1273191">
                    <a:moveTo>
                      <a:pt x="0" y="0"/>
                    </a:moveTo>
                    <a:lnTo>
                      <a:pt x="1273191" y="0"/>
                    </a:lnTo>
                    <a:lnTo>
                      <a:pt x="1273191" y="1273191"/>
                    </a:lnTo>
                    <a:lnTo>
                      <a:pt x="0" y="1273191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380" name="Google Shape;380;p16"/>
              <p:cNvSpPr txBox="1"/>
              <p:nvPr/>
            </p:nvSpPr>
            <p:spPr>
              <a:xfrm>
                <a:off x="0" y="-38100"/>
                <a:ext cx="1273200" cy="131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1" name="Google Shape;381;p16"/>
            <p:cNvGrpSpPr/>
            <p:nvPr/>
          </p:nvGrpSpPr>
          <p:grpSpPr>
            <a:xfrm rot="-2700000">
              <a:off x="2091750" y="2025051"/>
              <a:ext cx="3552856" cy="3686229"/>
              <a:chOff x="0" y="-38100"/>
              <a:chExt cx="1014927" cy="1053027"/>
            </a:xfrm>
          </p:grpSpPr>
          <p:sp>
            <p:nvSpPr>
              <p:cNvPr id="382" name="Google Shape;382;p16"/>
              <p:cNvSpPr/>
              <p:nvPr/>
            </p:nvSpPr>
            <p:spPr>
              <a:xfrm>
                <a:off x="0" y="0"/>
                <a:ext cx="1014927" cy="1014927"/>
              </a:xfrm>
              <a:custGeom>
                <a:rect b="b" l="l" r="r" t="t"/>
                <a:pathLst>
                  <a:path extrusionOk="0" h="1014927" w="1014927">
                    <a:moveTo>
                      <a:pt x="0" y="0"/>
                    </a:moveTo>
                    <a:lnTo>
                      <a:pt x="1014927" y="0"/>
                    </a:lnTo>
                    <a:lnTo>
                      <a:pt x="1014927" y="1014927"/>
                    </a:lnTo>
                    <a:lnTo>
                      <a:pt x="0" y="1014927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383" name="Google Shape;383;p16"/>
              <p:cNvSpPr txBox="1"/>
              <p:nvPr/>
            </p:nvSpPr>
            <p:spPr>
              <a:xfrm>
                <a:off x="0" y="-38100"/>
                <a:ext cx="1014900" cy="10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4" name="Google Shape;384;p16"/>
          <p:cNvGrpSpPr/>
          <p:nvPr/>
        </p:nvGrpSpPr>
        <p:grpSpPr>
          <a:xfrm>
            <a:off x="1184344" y="2540687"/>
            <a:ext cx="2602905" cy="2602905"/>
            <a:chOff x="-82593" y="-82836"/>
            <a:chExt cx="6941079" cy="6941079"/>
          </a:xfrm>
        </p:grpSpPr>
        <p:grpSp>
          <p:nvGrpSpPr>
            <p:cNvPr id="385" name="Google Shape;385;p16"/>
            <p:cNvGrpSpPr/>
            <p:nvPr/>
          </p:nvGrpSpPr>
          <p:grpSpPr>
            <a:xfrm rot="-2700000">
              <a:off x="963106" y="904460"/>
              <a:ext cx="4849682" cy="4966486"/>
              <a:chOff x="0" y="-38100"/>
              <a:chExt cx="1581900" cy="1620000"/>
            </a:xfrm>
          </p:grpSpPr>
          <p:sp>
            <p:nvSpPr>
              <p:cNvPr id="386" name="Google Shape;386;p16"/>
              <p:cNvSpPr/>
              <p:nvPr/>
            </p:nvSpPr>
            <p:spPr>
              <a:xfrm>
                <a:off x="0" y="0"/>
                <a:ext cx="1581765" cy="1581765"/>
              </a:xfrm>
              <a:custGeom>
                <a:rect b="b" l="l" r="r" t="t"/>
                <a:pathLst>
                  <a:path extrusionOk="0" h="1581765" w="1581765">
                    <a:moveTo>
                      <a:pt x="0" y="0"/>
                    </a:moveTo>
                    <a:lnTo>
                      <a:pt x="1581765" y="0"/>
                    </a:lnTo>
                    <a:lnTo>
                      <a:pt x="1581765" y="1581765"/>
                    </a:lnTo>
                    <a:lnTo>
                      <a:pt x="0" y="1581765"/>
                    </a:lnTo>
                    <a:close/>
                  </a:path>
                </a:pathLst>
              </a:custGeom>
              <a:solidFill>
                <a:srgbClr val="3A3C3F"/>
              </a:solidFill>
              <a:ln>
                <a:noFill/>
              </a:ln>
            </p:spPr>
          </p:sp>
          <p:sp>
            <p:nvSpPr>
              <p:cNvPr id="387" name="Google Shape;387;p16"/>
              <p:cNvSpPr txBox="1"/>
              <p:nvPr/>
            </p:nvSpPr>
            <p:spPr>
              <a:xfrm>
                <a:off x="0" y="-38100"/>
                <a:ext cx="1581900" cy="16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8" name="Google Shape;388;p16"/>
            <p:cNvGrpSpPr/>
            <p:nvPr/>
          </p:nvGrpSpPr>
          <p:grpSpPr>
            <a:xfrm rot="-2700000">
              <a:off x="1436038" y="1377657"/>
              <a:ext cx="3903290" cy="4020095"/>
              <a:chOff x="0" y="-38100"/>
              <a:chExt cx="1273200" cy="1311300"/>
            </a:xfrm>
          </p:grpSpPr>
          <p:sp>
            <p:nvSpPr>
              <p:cNvPr id="389" name="Google Shape;389;p16"/>
              <p:cNvSpPr/>
              <p:nvPr/>
            </p:nvSpPr>
            <p:spPr>
              <a:xfrm>
                <a:off x="0" y="0"/>
                <a:ext cx="1273191" cy="1273191"/>
              </a:xfrm>
              <a:custGeom>
                <a:rect b="b" l="l" r="r" t="t"/>
                <a:pathLst>
                  <a:path extrusionOk="0" h="1273191" w="1273191">
                    <a:moveTo>
                      <a:pt x="0" y="0"/>
                    </a:moveTo>
                    <a:lnTo>
                      <a:pt x="1273191" y="0"/>
                    </a:lnTo>
                    <a:lnTo>
                      <a:pt x="1273191" y="1273191"/>
                    </a:lnTo>
                    <a:lnTo>
                      <a:pt x="0" y="1273191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390" name="Google Shape;390;p16"/>
              <p:cNvSpPr txBox="1"/>
              <p:nvPr/>
            </p:nvSpPr>
            <p:spPr>
              <a:xfrm>
                <a:off x="0" y="-38100"/>
                <a:ext cx="1273200" cy="131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1" name="Google Shape;391;p16"/>
            <p:cNvGrpSpPr/>
            <p:nvPr/>
          </p:nvGrpSpPr>
          <p:grpSpPr>
            <a:xfrm rot="-2700000">
              <a:off x="1831923" y="1773554"/>
              <a:ext cx="3111494" cy="3228299"/>
              <a:chOff x="0" y="-38100"/>
              <a:chExt cx="1014927" cy="1053027"/>
            </a:xfrm>
          </p:grpSpPr>
          <p:sp>
            <p:nvSpPr>
              <p:cNvPr id="392" name="Google Shape;392;p16"/>
              <p:cNvSpPr/>
              <p:nvPr/>
            </p:nvSpPr>
            <p:spPr>
              <a:xfrm>
                <a:off x="0" y="0"/>
                <a:ext cx="1014927" cy="1014927"/>
              </a:xfrm>
              <a:custGeom>
                <a:rect b="b" l="l" r="r" t="t"/>
                <a:pathLst>
                  <a:path extrusionOk="0" h="1014927" w="1014927">
                    <a:moveTo>
                      <a:pt x="0" y="0"/>
                    </a:moveTo>
                    <a:lnTo>
                      <a:pt x="1014927" y="0"/>
                    </a:lnTo>
                    <a:lnTo>
                      <a:pt x="1014927" y="1014927"/>
                    </a:lnTo>
                    <a:lnTo>
                      <a:pt x="0" y="1014927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393" name="Google Shape;393;p16"/>
              <p:cNvSpPr txBox="1"/>
              <p:nvPr/>
            </p:nvSpPr>
            <p:spPr>
              <a:xfrm>
                <a:off x="0" y="-38100"/>
                <a:ext cx="1014900" cy="10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4" name="Google Shape;394;p16"/>
          <p:cNvGrpSpPr/>
          <p:nvPr/>
        </p:nvGrpSpPr>
        <p:grpSpPr>
          <a:xfrm>
            <a:off x="4977434" y="3903200"/>
            <a:ext cx="1240336" cy="1240336"/>
            <a:chOff x="-39358" y="-39454"/>
            <a:chExt cx="3307563" cy="3307563"/>
          </a:xfrm>
        </p:grpSpPr>
        <p:grpSp>
          <p:nvGrpSpPr>
            <p:cNvPr id="395" name="Google Shape;395;p16"/>
            <p:cNvGrpSpPr/>
            <p:nvPr/>
          </p:nvGrpSpPr>
          <p:grpSpPr>
            <a:xfrm rot="-2700000">
              <a:off x="458939" y="431012"/>
              <a:ext cx="2310970" cy="2366630"/>
              <a:chOff x="0" y="-38100"/>
              <a:chExt cx="1581900" cy="1620000"/>
            </a:xfrm>
          </p:grpSpPr>
          <p:sp>
            <p:nvSpPr>
              <p:cNvPr id="396" name="Google Shape;396;p16"/>
              <p:cNvSpPr/>
              <p:nvPr/>
            </p:nvSpPr>
            <p:spPr>
              <a:xfrm>
                <a:off x="0" y="0"/>
                <a:ext cx="1581765" cy="1581765"/>
              </a:xfrm>
              <a:custGeom>
                <a:rect b="b" l="l" r="r" t="t"/>
                <a:pathLst>
                  <a:path extrusionOk="0" h="1581765" w="1581765">
                    <a:moveTo>
                      <a:pt x="0" y="0"/>
                    </a:moveTo>
                    <a:lnTo>
                      <a:pt x="1581765" y="0"/>
                    </a:lnTo>
                    <a:lnTo>
                      <a:pt x="1581765" y="1581765"/>
                    </a:lnTo>
                    <a:lnTo>
                      <a:pt x="0" y="1581765"/>
                    </a:lnTo>
                    <a:close/>
                  </a:path>
                </a:pathLst>
              </a:custGeom>
              <a:solidFill>
                <a:srgbClr val="3A3C3F"/>
              </a:solidFill>
              <a:ln>
                <a:noFill/>
              </a:ln>
            </p:spPr>
          </p:sp>
          <p:sp>
            <p:nvSpPr>
              <p:cNvPr id="397" name="Google Shape;397;p16"/>
              <p:cNvSpPr txBox="1"/>
              <p:nvPr/>
            </p:nvSpPr>
            <p:spPr>
              <a:xfrm>
                <a:off x="0" y="-38100"/>
                <a:ext cx="1581900" cy="16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8" name="Google Shape;398;p16"/>
            <p:cNvGrpSpPr/>
            <p:nvPr/>
          </p:nvGrpSpPr>
          <p:grpSpPr>
            <a:xfrm rot="-2700000">
              <a:off x="684305" y="656500"/>
              <a:ext cx="1859996" cy="1915655"/>
              <a:chOff x="0" y="-38100"/>
              <a:chExt cx="1273200" cy="1311300"/>
            </a:xfrm>
          </p:grpSpPr>
          <p:sp>
            <p:nvSpPr>
              <p:cNvPr id="399" name="Google Shape;399;p16"/>
              <p:cNvSpPr/>
              <p:nvPr/>
            </p:nvSpPr>
            <p:spPr>
              <a:xfrm>
                <a:off x="0" y="0"/>
                <a:ext cx="1273191" cy="1273191"/>
              </a:xfrm>
              <a:custGeom>
                <a:rect b="b" l="l" r="r" t="t"/>
                <a:pathLst>
                  <a:path extrusionOk="0" h="1273191" w="1273191">
                    <a:moveTo>
                      <a:pt x="0" y="0"/>
                    </a:moveTo>
                    <a:lnTo>
                      <a:pt x="1273191" y="0"/>
                    </a:lnTo>
                    <a:lnTo>
                      <a:pt x="1273191" y="1273191"/>
                    </a:lnTo>
                    <a:lnTo>
                      <a:pt x="0" y="1273191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400" name="Google Shape;400;p16"/>
              <p:cNvSpPr txBox="1"/>
              <p:nvPr/>
            </p:nvSpPr>
            <p:spPr>
              <a:xfrm>
                <a:off x="0" y="-38100"/>
                <a:ext cx="1273200" cy="131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1" name="Google Shape;401;p16"/>
            <p:cNvGrpSpPr/>
            <p:nvPr/>
          </p:nvGrpSpPr>
          <p:grpSpPr>
            <a:xfrm rot="-2700000">
              <a:off x="872955" y="845153"/>
              <a:ext cx="1482689" cy="1538349"/>
              <a:chOff x="0" y="-38100"/>
              <a:chExt cx="1014927" cy="1053027"/>
            </a:xfrm>
          </p:grpSpPr>
          <p:sp>
            <p:nvSpPr>
              <p:cNvPr id="402" name="Google Shape;402;p16"/>
              <p:cNvSpPr/>
              <p:nvPr/>
            </p:nvSpPr>
            <p:spPr>
              <a:xfrm>
                <a:off x="0" y="0"/>
                <a:ext cx="1014927" cy="1014927"/>
              </a:xfrm>
              <a:custGeom>
                <a:rect b="b" l="l" r="r" t="t"/>
                <a:pathLst>
                  <a:path extrusionOk="0" h="1014927" w="1014927">
                    <a:moveTo>
                      <a:pt x="0" y="0"/>
                    </a:moveTo>
                    <a:lnTo>
                      <a:pt x="1014927" y="0"/>
                    </a:lnTo>
                    <a:lnTo>
                      <a:pt x="1014927" y="1014927"/>
                    </a:lnTo>
                    <a:lnTo>
                      <a:pt x="0" y="1014927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403" name="Google Shape;403;p16"/>
              <p:cNvSpPr txBox="1"/>
              <p:nvPr/>
            </p:nvSpPr>
            <p:spPr>
              <a:xfrm>
                <a:off x="0" y="-38100"/>
                <a:ext cx="1014900" cy="10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4" name="Google Shape;404;p16"/>
          <p:cNvGrpSpPr/>
          <p:nvPr/>
        </p:nvGrpSpPr>
        <p:grpSpPr>
          <a:xfrm>
            <a:off x="3762118" y="3903200"/>
            <a:ext cx="1240336" cy="1240336"/>
            <a:chOff x="-39358" y="-39454"/>
            <a:chExt cx="3307563" cy="3307563"/>
          </a:xfrm>
        </p:grpSpPr>
        <p:grpSp>
          <p:nvGrpSpPr>
            <p:cNvPr id="405" name="Google Shape;405;p16"/>
            <p:cNvGrpSpPr/>
            <p:nvPr/>
          </p:nvGrpSpPr>
          <p:grpSpPr>
            <a:xfrm rot="-2700000">
              <a:off x="458939" y="431012"/>
              <a:ext cx="2310970" cy="2366630"/>
              <a:chOff x="0" y="-38100"/>
              <a:chExt cx="1581900" cy="1620000"/>
            </a:xfrm>
          </p:grpSpPr>
          <p:sp>
            <p:nvSpPr>
              <p:cNvPr id="406" name="Google Shape;406;p16"/>
              <p:cNvSpPr/>
              <p:nvPr/>
            </p:nvSpPr>
            <p:spPr>
              <a:xfrm>
                <a:off x="0" y="0"/>
                <a:ext cx="1581765" cy="1581765"/>
              </a:xfrm>
              <a:custGeom>
                <a:rect b="b" l="l" r="r" t="t"/>
                <a:pathLst>
                  <a:path extrusionOk="0" h="1581765" w="1581765">
                    <a:moveTo>
                      <a:pt x="0" y="0"/>
                    </a:moveTo>
                    <a:lnTo>
                      <a:pt x="1581765" y="0"/>
                    </a:lnTo>
                    <a:lnTo>
                      <a:pt x="1581765" y="1581765"/>
                    </a:lnTo>
                    <a:lnTo>
                      <a:pt x="0" y="1581765"/>
                    </a:lnTo>
                    <a:close/>
                  </a:path>
                </a:pathLst>
              </a:custGeom>
              <a:solidFill>
                <a:srgbClr val="3A3C3F"/>
              </a:solidFill>
              <a:ln>
                <a:noFill/>
              </a:ln>
            </p:spPr>
          </p:sp>
          <p:sp>
            <p:nvSpPr>
              <p:cNvPr id="407" name="Google Shape;407;p16"/>
              <p:cNvSpPr txBox="1"/>
              <p:nvPr/>
            </p:nvSpPr>
            <p:spPr>
              <a:xfrm>
                <a:off x="0" y="-38100"/>
                <a:ext cx="1581900" cy="16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8" name="Google Shape;408;p16"/>
            <p:cNvGrpSpPr/>
            <p:nvPr/>
          </p:nvGrpSpPr>
          <p:grpSpPr>
            <a:xfrm rot="-2700000">
              <a:off x="684305" y="656500"/>
              <a:ext cx="1859996" cy="1915655"/>
              <a:chOff x="0" y="-38100"/>
              <a:chExt cx="1273200" cy="1311300"/>
            </a:xfrm>
          </p:grpSpPr>
          <p:sp>
            <p:nvSpPr>
              <p:cNvPr id="409" name="Google Shape;409;p16"/>
              <p:cNvSpPr/>
              <p:nvPr/>
            </p:nvSpPr>
            <p:spPr>
              <a:xfrm>
                <a:off x="0" y="0"/>
                <a:ext cx="1273191" cy="1273191"/>
              </a:xfrm>
              <a:custGeom>
                <a:rect b="b" l="l" r="r" t="t"/>
                <a:pathLst>
                  <a:path extrusionOk="0" h="1273191" w="1273191">
                    <a:moveTo>
                      <a:pt x="0" y="0"/>
                    </a:moveTo>
                    <a:lnTo>
                      <a:pt x="1273191" y="0"/>
                    </a:lnTo>
                    <a:lnTo>
                      <a:pt x="1273191" y="1273191"/>
                    </a:lnTo>
                    <a:lnTo>
                      <a:pt x="0" y="1273191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410" name="Google Shape;410;p16"/>
              <p:cNvSpPr txBox="1"/>
              <p:nvPr/>
            </p:nvSpPr>
            <p:spPr>
              <a:xfrm>
                <a:off x="0" y="-38100"/>
                <a:ext cx="1273200" cy="131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1" name="Google Shape;411;p16"/>
            <p:cNvGrpSpPr/>
            <p:nvPr/>
          </p:nvGrpSpPr>
          <p:grpSpPr>
            <a:xfrm rot="-2700000">
              <a:off x="872955" y="845153"/>
              <a:ext cx="1482689" cy="1538349"/>
              <a:chOff x="0" y="-38100"/>
              <a:chExt cx="1014927" cy="1053027"/>
            </a:xfrm>
          </p:grpSpPr>
          <p:sp>
            <p:nvSpPr>
              <p:cNvPr id="412" name="Google Shape;412;p16"/>
              <p:cNvSpPr/>
              <p:nvPr/>
            </p:nvSpPr>
            <p:spPr>
              <a:xfrm>
                <a:off x="0" y="0"/>
                <a:ext cx="1014927" cy="1014927"/>
              </a:xfrm>
              <a:custGeom>
                <a:rect b="b" l="l" r="r" t="t"/>
                <a:pathLst>
                  <a:path extrusionOk="0" h="1014927" w="1014927">
                    <a:moveTo>
                      <a:pt x="0" y="0"/>
                    </a:moveTo>
                    <a:lnTo>
                      <a:pt x="1014927" y="0"/>
                    </a:lnTo>
                    <a:lnTo>
                      <a:pt x="1014927" y="1014927"/>
                    </a:lnTo>
                    <a:lnTo>
                      <a:pt x="0" y="1014927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413" name="Google Shape;413;p16"/>
              <p:cNvSpPr txBox="1"/>
              <p:nvPr/>
            </p:nvSpPr>
            <p:spPr>
              <a:xfrm>
                <a:off x="0" y="-38100"/>
                <a:ext cx="1014900" cy="10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-14759" y="3903200"/>
            <a:ext cx="1240336" cy="1240336"/>
            <a:chOff x="-39358" y="-39454"/>
            <a:chExt cx="3307563" cy="3307563"/>
          </a:xfrm>
        </p:grpSpPr>
        <p:grpSp>
          <p:nvGrpSpPr>
            <p:cNvPr id="415" name="Google Shape;415;p16"/>
            <p:cNvGrpSpPr/>
            <p:nvPr/>
          </p:nvGrpSpPr>
          <p:grpSpPr>
            <a:xfrm rot="-2700000">
              <a:off x="458939" y="431012"/>
              <a:ext cx="2310970" cy="2366630"/>
              <a:chOff x="0" y="-38100"/>
              <a:chExt cx="1581900" cy="1620000"/>
            </a:xfrm>
          </p:grpSpPr>
          <p:sp>
            <p:nvSpPr>
              <p:cNvPr id="416" name="Google Shape;416;p16"/>
              <p:cNvSpPr/>
              <p:nvPr/>
            </p:nvSpPr>
            <p:spPr>
              <a:xfrm>
                <a:off x="0" y="0"/>
                <a:ext cx="1581765" cy="1581765"/>
              </a:xfrm>
              <a:custGeom>
                <a:rect b="b" l="l" r="r" t="t"/>
                <a:pathLst>
                  <a:path extrusionOk="0" h="1581765" w="1581765">
                    <a:moveTo>
                      <a:pt x="0" y="0"/>
                    </a:moveTo>
                    <a:lnTo>
                      <a:pt x="1581765" y="0"/>
                    </a:lnTo>
                    <a:lnTo>
                      <a:pt x="1581765" y="1581765"/>
                    </a:lnTo>
                    <a:lnTo>
                      <a:pt x="0" y="1581765"/>
                    </a:lnTo>
                    <a:close/>
                  </a:path>
                </a:pathLst>
              </a:custGeom>
              <a:solidFill>
                <a:srgbClr val="3A3C3F"/>
              </a:solidFill>
              <a:ln>
                <a:noFill/>
              </a:ln>
            </p:spPr>
          </p:sp>
          <p:sp>
            <p:nvSpPr>
              <p:cNvPr id="417" name="Google Shape;417;p16"/>
              <p:cNvSpPr txBox="1"/>
              <p:nvPr/>
            </p:nvSpPr>
            <p:spPr>
              <a:xfrm>
                <a:off x="0" y="-38100"/>
                <a:ext cx="1581900" cy="16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8" name="Google Shape;418;p16"/>
            <p:cNvGrpSpPr/>
            <p:nvPr/>
          </p:nvGrpSpPr>
          <p:grpSpPr>
            <a:xfrm rot="-2700000">
              <a:off x="684305" y="656500"/>
              <a:ext cx="1859996" cy="1915655"/>
              <a:chOff x="0" y="-38100"/>
              <a:chExt cx="1273200" cy="1311300"/>
            </a:xfrm>
          </p:grpSpPr>
          <p:sp>
            <p:nvSpPr>
              <p:cNvPr id="419" name="Google Shape;419;p16"/>
              <p:cNvSpPr/>
              <p:nvPr/>
            </p:nvSpPr>
            <p:spPr>
              <a:xfrm>
                <a:off x="0" y="0"/>
                <a:ext cx="1273191" cy="1273191"/>
              </a:xfrm>
              <a:custGeom>
                <a:rect b="b" l="l" r="r" t="t"/>
                <a:pathLst>
                  <a:path extrusionOk="0" h="1273191" w="1273191">
                    <a:moveTo>
                      <a:pt x="0" y="0"/>
                    </a:moveTo>
                    <a:lnTo>
                      <a:pt x="1273191" y="0"/>
                    </a:lnTo>
                    <a:lnTo>
                      <a:pt x="1273191" y="1273191"/>
                    </a:lnTo>
                    <a:lnTo>
                      <a:pt x="0" y="1273191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420" name="Google Shape;420;p16"/>
              <p:cNvSpPr txBox="1"/>
              <p:nvPr/>
            </p:nvSpPr>
            <p:spPr>
              <a:xfrm>
                <a:off x="0" y="-38100"/>
                <a:ext cx="1273200" cy="131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1" name="Google Shape;421;p16"/>
            <p:cNvGrpSpPr/>
            <p:nvPr/>
          </p:nvGrpSpPr>
          <p:grpSpPr>
            <a:xfrm rot="-2700000">
              <a:off x="872955" y="845153"/>
              <a:ext cx="1482689" cy="1538349"/>
              <a:chOff x="0" y="-38100"/>
              <a:chExt cx="1014927" cy="1053027"/>
            </a:xfrm>
          </p:grpSpPr>
          <p:sp>
            <p:nvSpPr>
              <p:cNvPr id="422" name="Google Shape;422;p16"/>
              <p:cNvSpPr/>
              <p:nvPr/>
            </p:nvSpPr>
            <p:spPr>
              <a:xfrm>
                <a:off x="0" y="0"/>
                <a:ext cx="1014927" cy="1014927"/>
              </a:xfrm>
              <a:custGeom>
                <a:rect b="b" l="l" r="r" t="t"/>
                <a:pathLst>
                  <a:path extrusionOk="0" h="1014927" w="1014927">
                    <a:moveTo>
                      <a:pt x="0" y="0"/>
                    </a:moveTo>
                    <a:lnTo>
                      <a:pt x="1014927" y="0"/>
                    </a:lnTo>
                    <a:lnTo>
                      <a:pt x="1014927" y="1014927"/>
                    </a:lnTo>
                    <a:lnTo>
                      <a:pt x="0" y="1014927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423" name="Google Shape;423;p16"/>
              <p:cNvSpPr txBox="1"/>
              <p:nvPr/>
            </p:nvSpPr>
            <p:spPr>
              <a:xfrm>
                <a:off x="0" y="-38100"/>
                <a:ext cx="1014900" cy="10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4" name="Google Shape;424;p16"/>
          <p:cNvGrpSpPr/>
          <p:nvPr/>
        </p:nvGrpSpPr>
        <p:grpSpPr>
          <a:xfrm>
            <a:off x="-16896" y="2504881"/>
            <a:ext cx="1240336" cy="1240336"/>
            <a:chOff x="-39358" y="-39454"/>
            <a:chExt cx="3307563" cy="3307563"/>
          </a:xfrm>
        </p:grpSpPr>
        <p:grpSp>
          <p:nvGrpSpPr>
            <p:cNvPr id="425" name="Google Shape;425;p16"/>
            <p:cNvGrpSpPr/>
            <p:nvPr/>
          </p:nvGrpSpPr>
          <p:grpSpPr>
            <a:xfrm rot="-2700000">
              <a:off x="458939" y="431012"/>
              <a:ext cx="2310970" cy="2366630"/>
              <a:chOff x="0" y="-38100"/>
              <a:chExt cx="1581900" cy="1620000"/>
            </a:xfrm>
          </p:grpSpPr>
          <p:sp>
            <p:nvSpPr>
              <p:cNvPr id="426" name="Google Shape;426;p16"/>
              <p:cNvSpPr/>
              <p:nvPr/>
            </p:nvSpPr>
            <p:spPr>
              <a:xfrm>
                <a:off x="0" y="0"/>
                <a:ext cx="1581765" cy="1581765"/>
              </a:xfrm>
              <a:custGeom>
                <a:rect b="b" l="l" r="r" t="t"/>
                <a:pathLst>
                  <a:path extrusionOk="0" h="1581765" w="1581765">
                    <a:moveTo>
                      <a:pt x="0" y="0"/>
                    </a:moveTo>
                    <a:lnTo>
                      <a:pt x="1581765" y="0"/>
                    </a:lnTo>
                    <a:lnTo>
                      <a:pt x="1581765" y="1581765"/>
                    </a:lnTo>
                    <a:lnTo>
                      <a:pt x="0" y="1581765"/>
                    </a:lnTo>
                    <a:close/>
                  </a:path>
                </a:pathLst>
              </a:custGeom>
              <a:solidFill>
                <a:srgbClr val="3A3C3F"/>
              </a:solidFill>
              <a:ln>
                <a:noFill/>
              </a:ln>
            </p:spPr>
          </p:sp>
          <p:sp>
            <p:nvSpPr>
              <p:cNvPr id="427" name="Google Shape;427;p16"/>
              <p:cNvSpPr txBox="1"/>
              <p:nvPr/>
            </p:nvSpPr>
            <p:spPr>
              <a:xfrm>
                <a:off x="0" y="-38100"/>
                <a:ext cx="1581900" cy="16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8" name="Google Shape;428;p16"/>
            <p:cNvGrpSpPr/>
            <p:nvPr/>
          </p:nvGrpSpPr>
          <p:grpSpPr>
            <a:xfrm rot="-2700000">
              <a:off x="684305" y="656500"/>
              <a:ext cx="1859996" cy="1915655"/>
              <a:chOff x="0" y="-38100"/>
              <a:chExt cx="1273200" cy="1311300"/>
            </a:xfrm>
          </p:grpSpPr>
          <p:sp>
            <p:nvSpPr>
              <p:cNvPr id="429" name="Google Shape;429;p16"/>
              <p:cNvSpPr/>
              <p:nvPr/>
            </p:nvSpPr>
            <p:spPr>
              <a:xfrm>
                <a:off x="0" y="0"/>
                <a:ext cx="1273191" cy="1273191"/>
              </a:xfrm>
              <a:custGeom>
                <a:rect b="b" l="l" r="r" t="t"/>
                <a:pathLst>
                  <a:path extrusionOk="0" h="1273191" w="1273191">
                    <a:moveTo>
                      <a:pt x="0" y="0"/>
                    </a:moveTo>
                    <a:lnTo>
                      <a:pt x="1273191" y="0"/>
                    </a:lnTo>
                    <a:lnTo>
                      <a:pt x="1273191" y="1273191"/>
                    </a:lnTo>
                    <a:lnTo>
                      <a:pt x="0" y="1273191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430" name="Google Shape;430;p16"/>
              <p:cNvSpPr txBox="1"/>
              <p:nvPr/>
            </p:nvSpPr>
            <p:spPr>
              <a:xfrm>
                <a:off x="0" y="-38100"/>
                <a:ext cx="1273200" cy="131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1" name="Google Shape;431;p16"/>
            <p:cNvGrpSpPr/>
            <p:nvPr/>
          </p:nvGrpSpPr>
          <p:grpSpPr>
            <a:xfrm rot="-2700000">
              <a:off x="872955" y="845153"/>
              <a:ext cx="1482689" cy="1538349"/>
              <a:chOff x="0" y="-38100"/>
              <a:chExt cx="1014927" cy="1053027"/>
            </a:xfrm>
          </p:grpSpPr>
          <p:sp>
            <p:nvSpPr>
              <p:cNvPr id="432" name="Google Shape;432;p16"/>
              <p:cNvSpPr/>
              <p:nvPr/>
            </p:nvSpPr>
            <p:spPr>
              <a:xfrm>
                <a:off x="0" y="0"/>
                <a:ext cx="1014927" cy="1014927"/>
              </a:xfrm>
              <a:custGeom>
                <a:rect b="b" l="l" r="r" t="t"/>
                <a:pathLst>
                  <a:path extrusionOk="0" h="1014927" w="1014927">
                    <a:moveTo>
                      <a:pt x="0" y="0"/>
                    </a:moveTo>
                    <a:lnTo>
                      <a:pt x="1014927" y="0"/>
                    </a:lnTo>
                    <a:lnTo>
                      <a:pt x="1014927" y="1014927"/>
                    </a:lnTo>
                    <a:lnTo>
                      <a:pt x="0" y="1014927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433" name="Google Shape;433;p16"/>
              <p:cNvSpPr txBox="1"/>
              <p:nvPr/>
            </p:nvSpPr>
            <p:spPr>
              <a:xfrm>
                <a:off x="0" y="-38100"/>
                <a:ext cx="1014900" cy="10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4" name="Google Shape;434;p16"/>
          <p:cNvGrpSpPr/>
          <p:nvPr/>
        </p:nvGrpSpPr>
        <p:grpSpPr>
          <a:xfrm>
            <a:off x="7905873" y="1453450"/>
            <a:ext cx="1240336" cy="1240336"/>
            <a:chOff x="-39358" y="-39454"/>
            <a:chExt cx="3307563" cy="3307563"/>
          </a:xfrm>
        </p:grpSpPr>
        <p:grpSp>
          <p:nvGrpSpPr>
            <p:cNvPr id="435" name="Google Shape;435;p16"/>
            <p:cNvGrpSpPr/>
            <p:nvPr/>
          </p:nvGrpSpPr>
          <p:grpSpPr>
            <a:xfrm rot="-2700000">
              <a:off x="458939" y="431012"/>
              <a:ext cx="2310970" cy="2366630"/>
              <a:chOff x="0" y="-38100"/>
              <a:chExt cx="1581900" cy="1620000"/>
            </a:xfrm>
          </p:grpSpPr>
          <p:sp>
            <p:nvSpPr>
              <p:cNvPr id="436" name="Google Shape;436;p16"/>
              <p:cNvSpPr/>
              <p:nvPr/>
            </p:nvSpPr>
            <p:spPr>
              <a:xfrm>
                <a:off x="0" y="0"/>
                <a:ext cx="1581765" cy="1581765"/>
              </a:xfrm>
              <a:custGeom>
                <a:rect b="b" l="l" r="r" t="t"/>
                <a:pathLst>
                  <a:path extrusionOk="0" h="1581765" w="1581765">
                    <a:moveTo>
                      <a:pt x="0" y="0"/>
                    </a:moveTo>
                    <a:lnTo>
                      <a:pt x="1581765" y="0"/>
                    </a:lnTo>
                    <a:lnTo>
                      <a:pt x="1581765" y="1581765"/>
                    </a:lnTo>
                    <a:lnTo>
                      <a:pt x="0" y="1581765"/>
                    </a:lnTo>
                    <a:close/>
                  </a:path>
                </a:pathLst>
              </a:custGeom>
              <a:solidFill>
                <a:srgbClr val="3A3C3F"/>
              </a:solidFill>
              <a:ln>
                <a:noFill/>
              </a:ln>
            </p:spPr>
          </p:sp>
          <p:sp>
            <p:nvSpPr>
              <p:cNvPr id="437" name="Google Shape;437;p16"/>
              <p:cNvSpPr txBox="1"/>
              <p:nvPr/>
            </p:nvSpPr>
            <p:spPr>
              <a:xfrm>
                <a:off x="0" y="-38100"/>
                <a:ext cx="1581900" cy="16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8" name="Google Shape;438;p16"/>
            <p:cNvGrpSpPr/>
            <p:nvPr/>
          </p:nvGrpSpPr>
          <p:grpSpPr>
            <a:xfrm rot="-2700000">
              <a:off x="684305" y="656500"/>
              <a:ext cx="1859996" cy="1915655"/>
              <a:chOff x="0" y="-38100"/>
              <a:chExt cx="1273200" cy="1311300"/>
            </a:xfrm>
          </p:grpSpPr>
          <p:sp>
            <p:nvSpPr>
              <p:cNvPr id="439" name="Google Shape;439;p16"/>
              <p:cNvSpPr/>
              <p:nvPr/>
            </p:nvSpPr>
            <p:spPr>
              <a:xfrm>
                <a:off x="0" y="0"/>
                <a:ext cx="1273191" cy="1273191"/>
              </a:xfrm>
              <a:custGeom>
                <a:rect b="b" l="l" r="r" t="t"/>
                <a:pathLst>
                  <a:path extrusionOk="0" h="1273191" w="1273191">
                    <a:moveTo>
                      <a:pt x="0" y="0"/>
                    </a:moveTo>
                    <a:lnTo>
                      <a:pt x="1273191" y="0"/>
                    </a:lnTo>
                    <a:lnTo>
                      <a:pt x="1273191" y="1273191"/>
                    </a:lnTo>
                    <a:lnTo>
                      <a:pt x="0" y="1273191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440" name="Google Shape;440;p16"/>
              <p:cNvSpPr txBox="1"/>
              <p:nvPr/>
            </p:nvSpPr>
            <p:spPr>
              <a:xfrm>
                <a:off x="0" y="-38100"/>
                <a:ext cx="1273200" cy="131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1" name="Google Shape;441;p16"/>
            <p:cNvGrpSpPr/>
            <p:nvPr/>
          </p:nvGrpSpPr>
          <p:grpSpPr>
            <a:xfrm rot="-2700000">
              <a:off x="872955" y="845153"/>
              <a:ext cx="1482689" cy="1538349"/>
              <a:chOff x="0" y="-38100"/>
              <a:chExt cx="1014927" cy="1053027"/>
            </a:xfrm>
          </p:grpSpPr>
          <p:sp>
            <p:nvSpPr>
              <p:cNvPr id="442" name="Google Shape;442;p16"/>
              <p:cNvSpPr/>
              <p:nvPr/>
            </p:nvSpPr>
            <p:spPr>
              <a:xfrm>
                <a:off x="0" y="0"/>
                <a:ext cx="1014927" cy="1014927"/>
              </a:xfrm>
              <a:custGeom>
                <a:rect b="b" l="l" r="r" t="t"/>
                <a:pathLst>
                  <a:path extrusionOk="0" h="1014927" w="1014927">
                    <a:moveTo>
                      <a:pt x="0" y="0"/>
                    </a:moveTo>
                    <a:lnTo>
                      <a:pt x="1014927" y="0"/>
                    </a:lnTo>
                    <a:lnTo>
                      <a:pt x="1014927" y="1014927"/>
                    </a:lnTo>
                    <a:lnTo>
                      <a:pt x="0" y="1014927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443" name="Google Shape;443;p16"/>
              <p:cNvSpPr txBox="1"/>
              <p:nvPr/>
            </p:nvSpPr>
            <p:spPr>
              <a:xfrm>
                <a:off x="0" y="-38100"/>
                <a:ext cx="1014900" cy="10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44" name="Google Shape;444;p16"/>
          <p:cNvGrpSpPr/>
          <p:nvPr/>
        </p:nvGrpSpPr>
        <p:grpSpPr>
          <a:xfrm>
            <a:off x="514350" y="-72329"/>
            <a:ext cx="8115140" cy="5215727"/>
            <a:chOff x="0" y="-38100"/>
            <a:chExt cx="4274726" cy="2747433"/>
          </a:xfrm>
        </p:grpSpPr>
        <p:sp>
          <p:nvSpPr>
            <p:cNvPr id="445" name="Google Shape;445;p16"/>
            <p:cNvSpPr/>
            <p:nvPr/>
          </p:nvSpPr>
          <p:spPr>
            <a:xfrm>
              <a:off x="0" y="0"/>
              <a:ext cx="4274726" cy="2709333"/>
            </a:xfrm>
            <a:custGeom>
              <a:rect b="b" l="l" r="r" t="t"/>
              <a:pathLst>
                <a:path extrusionOk="0" h="270933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46" name="Google Shape;446;p16"/>
            <p:cNvSpPr txBox="1"/>
            <p:nvPr/>
          </p:nvSpPr>
          <p:spPr>
            <a:xfrm>
              <a:off x="0" y="-38100"/>
              <a:ext cx="4274700" cy="27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7" name="Google Shape;447;p16"/>
          <p:cNvSpPr txBox="1"/>
          <p:nvPr/>
        </p:nvSpPr>
        <p:spPr>
          <a:xfrm>
            <a:off x="514350" y="494808"/>
            <a:ext cx="8115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500" u="none" cap="none" strike="noStrike">
                <a:solidFill>
                  <a:srgbClr val="3A3C3F"/>
                </a:solidFill>
                <a:latin typeface="DM Sans"/>
                <a:ea typeface="DM Sans"/>
                <a:cs typeface="DM Sans"/>
                <a:sym typeface="DM Sans"/>
              </a:rPr>
              <a:t>BECOME A SPONSOR</a:t>
            </a:r>
            <a:endParaRPr sz="700"/>
          </a:p>
        </p:txBody>
      </p:sp>
      <p:sp>
        <p:nvSpPr>
          <p:cNvPr id="448" name="Google Shape;448;p16"/>
          <p:cNvSpPr txBox="1"/>
          <p:nvPr/>
        </p:nvSpPr>
        <p:spPr>
          <a:xfrm>
            <a:off x="666750" y="4381500"/>
            <a:ext cx="78105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200">
                <a:solidFill>
                  <a:srgbClr val="E3328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Full sponsorship deck available on request.</a:t>
            </a:r>
            <a:endParaRPr b="0" i="1" sz="1200">
              <a:solidFill>
                <a:srgbClr val="E33286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grpSp>
        <p:nvGrpSpPr>
          <p:cNvPr id="449" name="Google Shape;449;p16"/>
          <p:cNvGrpSpPr/>
          <p:nvPr/>
        </p:nvGrpSpPr>
        <p:grpSpPr>
          <a:xfrm>
            <a:off x="666750" y="1143000"/>
            <a:ext cx="7810500" cy="904800"/>
            <a:chOff x="666750" y="1143000"/>
            <a:chExt cx="7810500" cy="904800"/>
          </a:xfrm>
        </p:grpSpPr>
        <p:sp>
          <p:nvSpPr>
            <p:cNvPr id="450" name="Google Shape;450;p16"/>
            <p:cNvSpPr/>
            <p:nvPr/>
          </p:nvSpPr>
          <p:spPr>
            <a:xfrm>
              <a:off x="666750" y="1143000"/>
              <a:ext cx="7810500" cy="904800"/>
            </a:xfrm>
            <a:prstGeom prst="roundRect">
              <a:avLst>
                <a:gd fmla="val 12631" name="adj"/>
              </a:avLst>
            </a:prstGeom>
            <a:solidFill>
              <a:srgbClr val="FDF7E1"/>
            </a:solidFill>
            <a:ln cap="flat" cmpd="sng" w="9525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6"/>
            <p:cNvSpPr txBox="1"/>
            <p:nvPr/>
          </p:nvSpPr>
          <p:spPr>
            <a:xfrm>
              <a:off x="857250" y="1399286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60">
                  <a:solidFill>
                    <a:srgbClr val="D4AF3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stars</a:t>
              </a:r>
              <a:endParaRPr sz="2960">
                <a:solidFill>
                  <a:srgbClr val="D4AF3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52" name="Google Shape;452;p16"/>
            <p:cNvSpPr txBox="1"/>
            <p:nvPr/>
          </p:nvSpPr>
          <p:spPr>
            <a:xfrm>
              <a:off x="1476375" y="1238250"/>
              <a:ext cx="23814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3D3328"/>
                  </a:solidFill>
                  <a:latin typeface="DM Sans"/>
                  <a:ea typeface="DM Sans"/>
                  <a:cs typeface="DM Sans"/>
                  <a:sym typeface="DM Sans"/>
                </a:rPr>
                <a:t>🥇 GOLD — ₦200,000</a:t>
              </a:r>
              <a:endParaRPr b="1" sz="1600">
                <a:solidFill>
                  <a:srgbClr val="3D3328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3" name="Google Shape;453;p16"/>
            <p:cNvSpPr txBox="1"/>
            <p:nvPr/>
          </p:nvSpPr>
          <p:spPr>
            <a:xfrm>
              <a:off x="1476375" y="1524000"/>
              <a:ext cx="5715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3524"/>
                  </a:solidFill>
                  <a:latin typeface="DM Sans"/>
                  <a:ea typeface="DM Sans"/>
                  <a:cs typeface="DM Sans"/>
                  <a:sym typeface="DM Sans"/>
                </a:rPr>
                <a:t>Top-tier logo placement, verbal recognition, 2-min spotlight, 5 social mentions, logo on registration, post-event feature, optional attendee list.</a:t>
              </a:r>
              <a:endParaRPr b="0" sz="1100">
                <a:solidFill>
                  <a:srgbClr val="473524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54" name="Google Shape;454;p16"/>
          <p:cNvGrpSpPr/>
          <p:nvPr/>
        </p:nvGrpSpPr>
        <p:grpSpPr>
          <a:xfrm>
            <a:off x="666750" y="2190750"/>
            <a:ext cx="7810500" cy="904800"/>
            <a:chOff x="666750" y="2190750"/>
            <a:chExt cx="7810500" cy="904800"/>
          </a:xfrm>
        </p:grpSpPr>
        <p:sp>
          <p:nvSpPr>
            <p:cNvPr id="455" name="Google Shape;455;p16"/>
            <p:cNvSpPr/>
            <p:nvPr/>
          </p:nvSpPr>
          <p:spPr>
            <a:xfrm>
              <a:off x="666750" y="2190750"/>
              <a:ext cx="7810500" cy="904800"/>
            </a:xfrm>
            <a:prstGeom prst="roundRect">
              <a:avLst>
                <a:gd fmla="val 12631" name="adj"/>
              </a:avLst>
            </a:prstGeom>
            <a:solidFill>
              <a:srgbClr val="F5F5F7"/>
            </a:solidFill>
            <a:ln cap="flat" cmpd="sng" w="9525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6"/>
            <p:cNvSpPr txBox="1"/>
            <p:nvPr/>
          </p:nvSpPr>
          <p:spPr>
            <a:xfrm>
              <a:off x="857250" y="2447036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60">
                  <a:solidFill>
                    <a:srgbClr val="9A9A9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</a:t>
              </a:r>
              <a:endParaRPr sz="2960">
                <a:solidFill>
                  <a:srgbClr val="9A9A9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57" name="Google Shape;457;p16"/>
            <p:cNvSpPr txBox="1"/>
            <p:nvPr/>
          </p:nvSpPr>
          <p:spPr>
            <a:xfrm>
              <a:off x="1476375" y="2286000"/>
              <a:ext cx="23814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3D3328"/>
                  </a:solidFill>
                  <a:latin typeface="DM Sans"/>
                  <a:ea typeface="DM Sans"/>
                  <a:cs typeface="DM Sans"/>
                  <a:sym typeface="DM Sans"/>
                </a:rPr>
                <a:t>🥈 SILVER — ₦100,000</a:t>
              </a:r>
              <a:endParaRPr b="1" sz="1600">
                <a:solidFill>
                  <a:srgbClr val="3D3328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8" name="Google Shape;458;p16"/>
            <p:cNvSpPr txBox="1"/>
            <p:nvPr/>
          </p:nvSpPr>
          <p:spPr>
            <a:xfrm>
              <a:off x="1476375" y="2571750"/>
              <a:ext cx="5715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3524"/>
                  </a:solidFill>
                  <a:latin typeface="DM Sans"/>
                  <a:ea typeface="DM Sans"/>
                  <a:cs typeface="DM Sans"/>
                  <a:sym typeface="DM Sans"/>
                </a:rPr>
                <a:t>Logo placement, verbal recognition at opening, 3 social mentions, post-event recap inclusion.</a:t>
              </a:r>
              <a:endParaRPr b="0" sz="1100">
                <a:solidFill>
                  <a:srgbClr val="473524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59" name="Google Shape;459;p16"/>
          <p:cNvGrpSpPr/>
          <p:nvPr/>
        </p:nvGrpSpPr>
        <p:grpSpPr>
          <a:xfrm>
            <a:off x="666750" y="3238500"/>
            <a:ext cx="7810500" cy="904800"/>
            <a:chOff x="666750" y="3238500"/>
            <a:chExt cx="7810500" cy="904800"/>
          </a:xfrm>
        </p:grpSpPr>
        <p:sp>
          <p:nvSpPr>
            <p:cNvPr id="460" name="Google Shape;460;p16"/>
            <p:cNvSpPr/>
            <p:nvPr/>
          </p:nvSpPr>
          <p:spPr>
            <a:xfrm>
              <a:off x="666750" y="3238500"/>
              <a:ext cx="7810500" cy="904800"/>
            </a:xfrm>
            <a:prstGeom prst="roundRect">
              <a:avLst>
                <a:gd fmla="val 12631" name="adj"/>
              </a:avLst>
            </a:prstGeom>
            <a:solidFill>
              <a:srgbClr val="FDF3EE"/>
            </a:solidFill>
            <a:ln cap="flat" cmpd="sng" w="9525">
              <a:solidFill>
                <a:srgbClr val="CD7F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16"/>
            <p:cNvSpPr txBox="1"/>
            <p:nvPr/>
          </p:nvSpPr>
          <p:spPr>
            <a:xfrm>
              <a:off x="857250" y="3494786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60">
                  <a:solidFill>
                    <a:srgbClr val="CD7F3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workspace_premium</a:t>
              </a:r>
              <a:endParaRPr sz="2960">
                <a:solidFill>
                  <a:srgbClr val="CD7F3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62" name="Google Shape;462;p16"/>
            <p:cNvSpPr txBox="1"/>
            <p:nvPr/>
          </p:nvSpPr>
          <p:spPr>
            <a:xfrm>
              <a:off x="1476375" y="3333750"/>
              <a:ext cx="23814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3D3328"/>
                  </a:solidFill>
                  <a:latin typeface="DM Sans"/>
                  <a:ea typeface="DM Sans"/>
                  <a:cs typeface="DM Sans"/>
                  <a:sym typeface="DM Sans"/>
                </a:rPr>
                <a:t>🥉 BRONZE — ₦50,000</a:t>
              </a:r>
              <a:endParaRPr b="1" sz="1600">
                <a:solidFill>
                  <a:srgbClr val="3D3328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63" name="Google Shape;463;p16"/>
            <p:cNvSpPr txBox="1"/>
            <p:nvPr/>
          </p:nvSpPr>
          <p:spPr>
            <a:xfrm>
              <a:off x="1476375" y="3619500"/>
              <a:ext cx="5715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3524"/>
                  </a:solidFill>
                  <a:latin typeface="DM Sans"/>
                  <a:ea typeface="DM Sans"/>
                  <a:cs typeface="DM Sans"/>
                  <a:sym typeface="DM Sans"/>
                </a:rPr>
                <a:t>Logo on slides &amp; landing page, 1 social mention, event acknowledgments.</a:t>
              </a:r>
              <a:endParaRPr b="0" sz="1100">
                <a:solidFill>
                  <a:srgbClr val="473524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E7F7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17"/>
          <p:cNvGrpSpPr/>
          <p:nvPr/>
        </p:nvGrpSpPr>
        <p:grpSpPr>
          <a:xfrm>
            <a:off x="6172144" y="2171644"/>
            <a:ext cx="2971855" cy="2971855"/>
            <a:chOff x="-94308" y="-94308"/>
            <a:chExt cx="7924949" cy="7924949"/>
          </a:xfrm>
        </p:grpSpPr>
        <p:grpSp>
          <p:nvGrpSpPr>
            <p:cNvPr id="469" name="Google Shape;469;p17"/>
            <p:cNvGrpSpPr/>
            <p:nvPr/>
          </p:nvGrpSpPr>
          <p:grpSpPr>
            <a:xfrm rot="-2700000">
              <a:off x="1099617" y="1032931"/>
              <a:ext cx="5537099" cy="5670471"/>
              <a:chOff x="0" y="-38100"/>
              <a:chExt cx="1581765" cy="1619865"/>
            </a:xfrm>
          </p:grpSpPr>
          <p:sp>
            <p:nvSpPr>
              <p:cNvPr id="470" name="Google Shape;470;p17"/>
              <p:cNvSpPr/>
              <p:nvPr/>
            </p:nvSpPr>
            <p:spPr>
              <a:xfrm>
                <a:off x="0" y="0"/>
                <a:ext cx="1581765" cy="1581765"/>
              </a:xfrm>
              <a:custGeom>
                <a:rect b="b" l="l" r="r" t="t"/>
                <a:pathLst>
                  <a:path extrusionOk="0" h="1581765" w="1581765">
                    <a:moveTo>
                      <a:pt x="0" y="0"/>
                    </a:moveTo>
                    <a:lnTo>
                      <a:pt x="1581765" y="0"/>
                    </a:lnTo>
                    <a:lnTo>
                      <a:pt x="1581765" y="1581765"/>
                    </a:lnTo>
                    <a:lnTo>
                      <a:pt x="0" y="1581765"/>
                    </a:lnTo>
                    <a:close/>
                  </a:path>
                </a:pathLst>
              </a:custGeom>
              <a:solidFill>
                <a:srgbClr val="3A3C3F"/>
              </a:solidFill>
              <a:ln>
                <a:noFill/>
              </a:ln>
            </p:spPr>
          </p:sp>
          <p:sp>
            <p:nvSpPr>
              <p:cNvPr id="471" name="Google Shape;471;p17"/>
              <p:cNvSpPr txBox="1"/>
              <p:nvPr/>
            </p:nvSpPr>
            <p:spPr>
              <a:xfrm>
                <a:off x="0" y="-38100"/>
                <a:ext cx="1581765" cy="16198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2" name="Google Shape;472;p17"/>
            <p:cNvGrpSpPr/>
            <p:nvPr/>
          </p:nvGrpSpPr>
          <p:grpSpPr>
            <a:xfrm rot="-2700000">
              <a:off x="1639712" y="1573026"/>
              <a:ext cx="4456910" cy="4590282"/>
              <a:chOff x="0" y="-38100"/>
              <a:chExt cx="1273191" cy="1311291"/>
            </a:xfrm>
          </p:grpSpPr>
          <p:sp>
            <p:nvSpPr>
              <p:cNvPr id="473" name="Google Shape;473;p17"/>
              <p:cNvSpPr/>
              <p:nvPr/>
            </p:nvSpPr>
            <p:spPr>
              <a:xfrm>
                <a:off x="0" y="0"/>
                <a:ext cx="1273191" cy="1273191"/>
              </a:xfrm>
              <a:custGeom>
                <a:rect b="b" l="l" r="r" t="t"/>
                <a:pathLst>
                  <a:path extrusionOk="0" h="1273191" w="1273191">
                    <a:moveTo>
                      <a:pt x="0" y="0"/>
                    </a:moveTo>
                    <a:lnTo>
                      <a:pt x="1273191" y="0"/>
                    </a:lnTo>
                    <a:lnTo>
                      <a:pt x="1273191" y="1273191"/>
                    </a:lnTo>
                    <a:lnTo>
                      <a:pt x="0" y="1273191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474" name="Google Shape;474;p17"/>
              <p:cNvSpPr txBox="1"/>
              <p:nvPr/>
            </p:nvSpPr>
            <p:spPr>
              <a:xfrm>
                <a:off x="0" y="-38100"/>
                <a:ext cx="1273191" cy="1311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5" name="Google Shape;475;p17"/>
            <p:cNvGrpSpPr/>
            <p:nvPr/>
          </p:nvGrpSpPr>
          <p:grpSpPr>
            <a:xfrm rot="-2700000">
              <a:off x="2091747" y="2025061"/>
              <a:ext cx="3552838" cy="3686210"/>
              <a:chOff x="0" y="-38100"/>
              <a:chExt cx="1014927" cy="1053027"/>
            </a:xfrm>
          </p:grpSpPr>
          <p:sp>
            <p:nvSpPr>
              <p:cNvPr id="476" name="Google Shape;476;p17"/>
              <p:cNvSpPr/>
              <p:nvPr/>
            </p:nvSpPr>
            <p:spPr>
              <a:xfrm>
                <a:off x="0" y="0"/>
                <a:ext cx="1014927" cy="1014927"/>
              </a:xfrm>
              <a:custGeom>
                <a:rect b="b" l="l" r="r" t="t"/>
                <a:pathLst>
                  <a:path extrusionOk="0" h="1014927" w="1014927">
                    <a:moveTo>
                      <a:pt x="0" y="0"/>
                    </a:moveTo>
                    <a:lnTo>
                      <a:pt x="1014927" y="0"/>
                    </a:lnTo>
                    <a:lnTo>
                      <a:pt x="1014927" y="1014927"/>
                    </a:lnTo>
                    <a:lnTo>
                      <a:pt x="0" y="1014927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477" name="Google Shape;477;p17"/>
              <p:cNvSpPr txBox="1"/>
              <p:nvPr/>
            </p:nvSpPr>
            <p:spPr>
              <a:xfrm>
                <a:off x="0" y="-38100"/>
                <a:ext cx="1014927" cy="1053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78" name="Google Shape;478;p17"/>
          <p:cNvGrpSpPr/>
          <p:nvPr/>
        </p:nvGrpSpPr>
        <p:grpSpPr>
          <a:xfrm>
            <a:off x="1184343" y="2540777"/>
            <a:ext cx="2602723" cy="2602723"/>
            <a:chOff x="-82594" y="-82594"/>
            <a:chExt cx="6940594" cy="6940594"/>
          </a:xfrm>
        </p:grpSpPr>
        <p:grpSp>
          <p:nvGrpSpPr>
            <p:cNvPr id="479" name="Google Shape;479;p17"/>
            <p:cNvGrpSpPr/>
            <p:nvPr/>
          </p:nvGrpSpPr>
          <p:grpSpPr>
            <a:xfrm rot="-2700000">
              <a:off x="963034" y="904631"/>
              <a:ext cx="4849338" cy="4966144"/>
              <a:chOff x="0" y="-38100"/>
              <a:chExt cx="1581765" cy="1619865"/>
            </a:xfrm>
          </p:grpSpPr>
          <p:sp>
            <p:nvSpPr>
              <p:cNvPr id="480" name="Google Shape;480;p17"/>
              <p:cNvSpPr/>
              <p:nvPr/>
            </p:nvSpPr>
            <p:spPr>
              <a:xfrm>
                <a:off x="0" y="0"/>
                <a:ext cx="1581765" cy="1581765"/>
              </a:xfrm>
              <a:custGeom>
                <a:rect b="b" l="l" r="r" t="t"/>
                <a:pathLst>
                  <a:path extrusionOk="0" h="1581765" w="1581765">
                    <a:moveTo>
                      <a:pt x="0" y="0"/>
                    </a:moveTo>
                    <a:lnTo>
                      <a:pt x="1581765" y="0"/>
                    </a:lnTo>
                    <a:lnTo>
                      <a:pt x="1581765" y="1581765"/>
                    </a:lnTo>
                    <a:lnTo>
                      <a:pt x="0" y="1581765"/>
                    </a:lnTo>
                    <a:close/>
                  </a:path>
                </a:pathLst>
              </a:custGeom>
              <a:solidFill>
                <a:srgbClr val="3A3C3F"/>
              </a:solidFill>
              <a:ln>
                <a:noFill/>
              </a:ln>
            </p:spPr>
          </p:sp>
          <p:sp>
            <p:nvSpPr>
              <p:cNvPr id="481" name="Google Shape;481;p17"/>
              <p:cNvSpPr txBox="1"/>
              <p:nvPr/>
            </p:nvSpPr>
            <p:spPr>
              <a:xfrm>
                <a:off x="0" y="-38100"/>
                <a:ext cx="1581765" cy="16198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2" name="Google Shape;482;p17"/>
            <p:cNvGrpSpPr/>
            <p:nvPr/>
          </p:nvGrpSpPr>
          <p:grpSpPr>
            <a:xfrm rot="-2700000">
              <a:off x="1436044" y="1377641"/>
              <a:ext cx="3903319" cy="4020125"/>
              <a:chOff x="0" y="-38100"/>
              <a:chExt cx="1273191" cy="1311291"/>
            </a:xfrm>
          </p:grpSpPr>
          <p:sp>
            <p:nvSpPr>
              <p:cNvPr id="483" name="Google Shape;483;p17"/>
              <p:cNvSpPr/>
              <p:nvPr/>
            </p:nvSpPr>
            <p:spPr>
              <a:xfrm>
                <a:off x="0" y="0"/>
                <a:ext cx="1273191" cy="1273191"/>
              </a:xfrm>
              <a:custGeom>
                <a:rect b="b" l="l" r="r" t="t"/>
                <a:pathLst>
                  <a:path extrusionOk="0" h="1273191" w="1273191">
                    <a:moveTo>
                      <a:pt x="0" y="0"/>
                    </a:moveTo>
                    <a:lnTo>
                      <a:pt x="1273191" y="0"/>
                    </a:lnTo>
                    <a:lnTo>
                      <a:pt x="1273191" y="1273191"/>
                    </a:lnTo>
                    <a:lnTo>
                      <a:pt x="0" y="1273191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484" name="Google Shape;484;p17"/>
              <p:cNvSpPr txBox="1"/>
              <p:nvPr/>
            </p:nvSpPr>
            <p:spPr>
              <a:xfrm>
                <a:off x="0" y="-38100"/>
                <a:ext cx="1273191" cy="1311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5" name="Google Shape;485;p17"/>
            <p:cNvGrpSpPr/>
            <p:nvPr/>
          </p:nvGrpSpPr>
          <p:grpSpPr>
            <a:xfrm rot="-2700000">
              <a:off x="1831932" y="1773529"/>
              <a:ext cx="3111541" cy="3228347"/>
              <a:chOff x="0" y="-38100"/>
              <a:chExt cx="1014927" cy="1053027"/>
            </a:xfrm>
          </p:grpSpPr>
          <p:sp>
            <p:nvSpPr>
              <p:cNvPr id="486" name="Google Shape;486;p17"/>
              <p:cNvSpPr/>
              <p:nvPr/>
            </p:nvSpPr>
            <p:spPr>
              <a:xfrm>
                <a:off x="0" y="0"/>
                <a:ext cx="1014927" cy="1014927"/>
              </a:xfrm>
              <a:custGeom>
                <a:rect b="b" l="l" r="r" t="t"/>
                <a:pathLst>
                  <a:path extrusionOk="0" h="1014927" w="1014927">
                    <a:moveTo>
                      <a:pt x="0" y="0"/>
                    </a:moveTo>
                    <a:lnTo>
                      <a:pt x="1014927" y="0"/>
                    </a:lnTo>
                    <a:lnTo>
                      <a:pt x="1014927" y="1014927"/>
                    </a:lnTo>
                    <a:lnTo>
                      <a:pt x="0" y="1014927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487" name="Google Shape;487;p17"/>
              <p:cNvSpPr txBox="1"/>
              <p:nvPr/>
            </p:nvSpPr>
            <p:spPr>
              <a:xfrm>
                <a:off x="0" y="-38100"/>
                <a:ext cx="1014927" cy="1053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88" name="Google Shape;488;p17"/>
          <p:cNvGrpSpPr/>
          <p:nvPr/>
        </p:nvGrpSpPr>
        <p:grpSpPr>
          <a:xfrm>
            <a:off x="4977434" y="3903236"/>
            <a:ext cx="1240264" cy="1240264"/>
            <a:chOff x="-39359" y="-39359"/>
            <a:chExt cx="3307371" cy="3307371"/>
          </a:xfrm>
        </p:grpSpPr>
        <p:grpSp>
          <p:nvGrpSpPr>
            <p:cNvPr id="489" name="Google Shape;489;p17"/>
            <p:cNvGrpSpPr/>
            <p:nvPr/>
          </p:nvGrpSpPr>
          <p:grpSpPr>
            <a:xfrm rot="-2700000">
              <a:off x="458910" y="431079"/>
              <a:ext cx="2310834" cy="2366495"/>
              <a:chOff x="0" y="-38100"/>
              <a:chExt cx="1581765" cy="1619865"/>
            </a:xfrm>
          </p:grpSpPr>
          <p:sp>
            <p:nvSpPr>
              <p:cNvPr id="490" name="Google Shape;490;p17"/>
              <p:cNvSpPr/>
              <p:nvPr/>
            </p:nvSpPr>
            <p:spPr>
              <a:xfrm>
                <a:off x="0" y="0"/>
                <a:ext cx="1581765" cy="1581765"/>
              </a:xfrm>
              <a:custGeom>
                <a:rect b="b" l="l" r="r" t="t"/>
                <a:pathLst>
                  <a:path extrusionOk="0" h="1581765" w="1581765">
                    <a:moveTo>
                      <a:pt x="0" y="0"/>
                    </a:moveTo>
                    <a:lnTo>
                      <a:pt x="1581765" y="0"/>
                    </a:lnTo>
                    <a:lnTo>
                      <a:pt x="1581765" y="1581765"/>
                    </a:lnTo>
                    <a:lnTo>
                      <a:pt x="0" y="1581765"/>
                    </a:lnTo>
                    <a:close/>
                  </a:path>
                </a:pathLst>
              </a:custGeom>
              <a:solidFill>
                <a:srgbClr val="3A3C3F"/>
              </a:solidFill>
              <a:ln>
                <a:noFill/>
              </a:ln>
            </p:spPr>
          </p:sp>
          <p:sp>
            <p:nvSpPr>
              <p:cNvPr id="491" name="Google Shape;491;p17"/>
              <p:cNvSpPr txBox="1"/>
              <p:nvPr/>
            </p:nvSpPr>
            <p:spPr>
              <a:xfrm>
                <a:off x="0" y="-38100"/>
                <a:ext cx="1581765" cy="16198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2" name="Google Shape;492;p17"/>
            <p:cNvGrpSpPr/>
            <p:nvPr/>
          </p:nvGrpSpPr>
          <p:grpSpPr>
            <a:xfrm rot="-2700000">
              <a:off x="684312" y="656481"/>
              <a:ext cx="1860031" cy="1915692"/>
              <a:chOff x="0" y="-38100"/>
              <a:chExt cx="1273191" cy="1311291"/>
            </a:xfrm>
          </p:grpSpPr>
          <p:sp>
            <p:nvSpPr>
              <p:cNvPr id="493" name="Google Shape;493;p17"/>
              <p:cNvSpPr/>
              <p:nvPr/>
            </p:nvSpPr>
            <p:spPr>
              <a:xfrm>
                <a:off x="0" y="0"/>
                <a:ext cx="1273191" cy="1273191"/>
              </a:xfrm>
              <a:custGeom>
                <a:rect b="b" l="l" r="r" t="t"/>
                <a:pathLst>
                  <a:path extrusionOk="0" h="1273191" w="1273191">
                    <a:moveTo>
                      <a:pt x="0" y="0"/>
                    </a:moveTo>
                    <a:lnTo>
                      <a:pt x="1273191" y="0"/>
                    </a:lnTo>
                    <a:lnTo>
                      <a:pt x="1273191" y="1273191"/>
                    </a:lnTo>
                    <a:lnTo>
                      <a:pt x="0" y="1273191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494" name="Google Shape;494;p17"/>
              <p:cNvSpPr txBox="1"/>
              <p:nvPr/>
            </p:nvSpPr>
            <p:spPr>
              <a:xfrm>
                <a:off x="0" y="-38100"/>
                <a:ext cx="1273191" cy="1311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5" name="Google Shape;495;p17"/>
            <p:cNvGrpSpPr/>
            <p:nvPr/>
          </p:nvGrpSpPr>
          <p:grpSpPr>
            <a:xfrm rot="-2700000">
              <a:off x="872963" y="845132"/>
              <a:ext cx="1482729" cy="1538390"/>
              <a:chOff x="0" y="-38100"/>
              <a:chExt cx="1014927" cy="1053027"/>
            </a:xfrm>
          </p:grpSpPr>
          <p:sp>
            <p:nvSpPr>
              <p:cNvPr id="496" name="Google Shape;496;p17"/>
              <p:cNvSpPr/>
              <p:nvPr/>
            </p:nvSpPr>
            <p:spPr>
              <a:xfrm>
                <a:off x="0" y="0"/>
                <a:ext cx="1014927" cy="1014927"/>
              </a:xfrm>
              <a:custGeom>
                <a:rect b="b" l="l" r="r" t="t"/>
                <a:pathLst>
                  <a:path extrusionOk="0" h="1014927" w="1014927">
                    <a:moveTo>
                      <a:pt x="0" y="0"/>
                    </a:moveTo>
                    <a:lnTo>
                      <a:pt x="1014927" y="0"/>
                    </a:lnTo>
                    <a:lnTo>
                      <a:pt x="1014927" y="1014927"/>
                    </a:lnTo>
                    <a:lnTo>
                      <a:pt x="0" y="1014927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497" name="Google Shape;497;p17"/>
              <p:cNvSpPr txBox="1"/>
              <p:nvPr/>
            </p:nvSpPr>
            <p:spPr>
              <a:xfrm>
                <a:off x="0" y="-38100"/>
                <a:ext cx="1014927" cy="1053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8" name="Google Shape;498;p17"/>
          <p:cNvGrpSpPr/>
          <p:nvPr/>
        </p:nvGrpSpPr>
        <p:grpSpPr>
          <a:xfrm>
            <a:off x="3762118" y="3903236"/>
            <a:ext cx="1240264" cy="1240264"/>
            <a:chOff x="-39359" y="-39359"/>
            <a:chExt cx="3307371" cy="3307371"/>
          </a:xfrm>
        </p:grpSpPr>
        <p:grpSp>
          <p:nvGrpSpPr>
            <p:cNvPr id="499" name="Google Shape;499;p17"/>
            <p:cNvGrpSpPr/>
            <p:nvPr/>
          </p:nvGrpSpPr>
          <p:grpSpPr>
            <a:xfrm rot="-2700000">
              <a:off x="458910" y="431079"/>
              <a:ext cx="2310834" cy="2366495"/>
              <a:chOff x="0" y="-38100"/>
              <a:chExt cx="1581765" cy="1619865"/>
            </a:xfrm>
          </p:grpSpPr>
          <p:sp>
            <p:nvSpPr>
              <p:cNvPr id="500" name="Google Shape;500;p17"/>
              <p:cNvSpPr/>
              <p:nvPr/>
            </p:nvSpPr>
            <p:spPr>
              <a:xfrm>
                <a:off x="0" y="0"/>
                <a:ext cx="1581765" cy="1581765"/>
              </a:xfrm>
              <a:custGeom>
                <a:rect b="b" l="l" r="r" t="t"/>
                <a:pathLst>
                  <a:path extrusionOk="0" h="1581765" w="1581765">
                    <a:moveTo>
                      <a:pt x="0" y="0"/>
                    </a:moveTo>
                    <a:lnTo>
                      <a:pt x="1581765" y="0"/>
                    </a:lnTo>
                    <a:lnTo>
                      <a:pt x="1581765" y="1581765"/>
                    </a:lnTo>
                    <a:lnTo>
                      <a:pt x="0" y="1581765"/>
                    </a:lnTo>
                    <a:close/>
                  </a:path>
                </a:pathLst>
              </a:custGeom>
              <a:solidFill>
                <a:srgbClr val="3A3C3F"/>
              </a:solidFill>
              <a:ln>
                <a:noFill/>
              </a:ln>
            </p:spPr>
          </p:sp>
          <p:sp>
            <p:nvSpPr>
              <p:cNvPr id="501" name="Google Shape;501;p17"/>
              <p:cNvSpPr txBox="1"/>
              <p:nvPr/>
            </p:nvSpPr>
            <p:spPr>
              <a:xfrm>
                <a:off x="0" y="-38100"/>
                <a:ext cx="1581765" cy="16198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2" name="Google Shape;502;p17"/>
            <p:cNvGrpSpPr/>
            <p:nvPr/>
          </p:nvGrpSpPr>
          <p:grpSpPr>
            <a:xfrm rot="-2700000">
              <a:off x="684312" y="656481"/>
              <a:ext cx="1860031" cy="1915692"/>
              <a:chOff x="0" y="-38100"/>
              <a:chExt cx="1273191" cy="1311291"/>
            </a:xfrm>
          </p:grpSpPr>
          <p:sp>
            <p:nvSpPr>
              <p:cNvPr id="503" name="Google Shape;503;p17"/>
              <p:cNvSpPr/>
              <p:nvPr/>
            </p:nvSpPr>
            <p:spPr>
              <a:xfrm>
                <a:off x="0" y="0"/>
                <a:ext cx="1273191" cy="1273191"/>
              </a:xfrm>
              <a:custGeom>
                <a:rect b="b" l="l" r="r" t="t"/>
                <a:pathLst>
                  <a:path extrusionOk="0" h="1273191" w="1273191">
                    <a:moveTo>
                      <a:pt x="0" y="0"/>
                    </a:moveTo>
                    <a:lnTo>
                      <a:pt x="1273191" y="0"/>
                    </a:lnTo>
                    <a:lnTo>
                      <a:pt x="1273191" y="1273191"/>
                    </a:lnTo>
                    <a:lnTo>
                      <a:pt x="0" y="1273191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504" name="Google Shape;504;p17"/>
              <p:cNvSpPr txBox="1"/>
              <p:nvPr/>
            </p:nvSpPr>
            <p:spPr>
              <a:xfrm>
                <a:off x="0" y="-38100"/>
                <a:ext cx="1273191" cy="1311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5" name="Google Shape;505;p17"/>
            <p:cNvGrpSpPr/>
            <p:nvPr/>
          </p:nvGrpSpPr>
          <p:grpSpPr>
            <a:xfrm rot="-2700000">
              <a:off x="872963" y="845132"/>
              <a:ext cx="1482729" cy="1538390"/>
              <a:chOff x="0" y="-38100"/>
              <a:chExt cx="1014927" cy="1053027"/>
            </a:xfrm>
          </p:grpSpPr>
          <p:sp>
            <p:nvSpPr>
              <p:cNvPr id="506" name="Google Shape;506;p17"/>
              <p:cNvSpPr/>
              <p:nvPr/>
            </p:nvSpPr>
            <p:spPr>
              <a:xfrm>
                <a:off x="0" y="0"/>
                <a:ext cx="1014927" cy="1014927"/>
              </a:xfrm>
              <a:custGeom>
                <a:rect b="b" l="l" r="r" t="t"/>
                <a:pathLst>
                  <a:path extrusionOk="0" h="1014927" w="1014927">
                    <a:moveTo>
                      <a:pt x="0" y="0"/>
                    </a:moveTo>
                    <a:lnTo>
                      <a:pt x="1014927" y="0"/>
                    </a:lnTo>
                    <a:lnTo>
                      <a:pt x="1014927" y="1014927"/>
                    </a:lnTo>
                    <a:lnTo>
                      <a:pt x="0" y="1014927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507" name="Google Shape;507;p17"/>
              <p:cNvSpPr txBox="1"/>
              <p:nvPr/>
            </p:nvSpPr>
            <p:spPr>
              <a:xfrm>
                <a:off x="0" y="-38100"/>
                <a:ext cx="1014927" cy="1053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8" name="Google Shape;508;p17"/>
          <p:cNvGrpSpPr/>
          <p:nvPr/>
        </p:nvGrpSpPr>
        <p:grpSpPr>
          <a:xfrm>
            <a:off x="-14760" y="3903236"/>
            <a:ext cx="1240264" cy="1240264"/>
            <a:chOff x="-39359" y="-39359"/>
            <a:chExt cx="3307371" cy="3307371"/>
          </a:xfrm>
        </p:grpSpPr>
        <p:grpSp>
          <p:nvGrpSpPr>
            <p:cNvPr id="509" name="Google Shape;509;p17"/>
            <p:cNvGrpSpPr/>
            <p:nvPr/>
          </p:nvGrpSpPr>
          <p:grpSpPr>
            <a:xfrm rot="-2700000">
              <a:off x="458910" y="431079"/>
              <a:ext cx="2310834" cy="2366495"/>
              <a:chOff x="0" y="-38100"/>
              <a:chExt cx="1581765" cy="1619865"/>
            </a:xfrm>
          </p:grpSpPr>
          <p:sp>
            <p:nvSpPr>
              <p:cNvPr id="510" name="Google Shape;510;p17"/>
              <p:cNvSpPr/>
              <p:nvPr/>
            </p:nvSpPr>
            <p:spPr>
              <a:xfrm>
                <a:off x="0" y="0"/>
                <a:ext cx="1581765" cy="1581765"/>
              </a:xfrm>
              <a:custGeom>
                <a:rect b="b" l="l" r="r" t="t"/>
                <a:pathLst>
                  <a:path extrusionOk="0" h="1581765" w="1581765">
                    <a:moveTo>
                      <a:pt x="0" y="0"/>
                    </a:moveTo>
                    <a:lnTo>
                      <a:pt x="1581765" y="0"/>
                    </a:lnTo>
                    <a:lnTo>
                      <a:pt x="1581765" y="1581765"/>
                    </a:lnTo>
                    <a:lnTo>
                      <a:pt x="0" y="1581765"/>
                    </a:lnTo>
                    <a:close/>
                  </a:path>
                </a:pathLst>
              </a:custGeom>
              <a:solidFill>
                <a:srgbClr val="3A3C3F"/>
              </a:solidFill>
              <a:ln>
                <a:noFill/>
              </a:ln>
            </p:spPr>
          </p:sp>
          <p:sp>
            <p:nvSpPr>
              <p:cNvPr id="511" name="Google Shape;511;p17"/>
              <p:cNvSpPr txBox="1"/>
              <p:nvPr/>
            </p:nvSpPr>
            <p:spPr>
              <a:xfrm>
                <a:off x="0" y="-38100"/>
                <a:ext cx="1581765" cy="16198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2" name="Google Shape;512;p17"/>
            <p:cNvGrpSpPr/>
            <p:nvPr/>
          </p:nvGrpSpPr>
          <p:grpSpPr>
            <a:xfrm rot="-2700000">
              <a:off x="684312" y="656481"/>
              <a:ext cx="1860031" cy="1915692"/>
              <a:chOff x="0" y="-38100"/>
              <a:chExt cx="1273191" cy="1311291"/>
            </a:xfrm>
          </p:grpSpPr>
          <p:sp>
            <p:nvSpPr>
              <p:cNvPr id="513" name="Google Shape;513;p17"/>
              <p:cNvSpPr/>
              <p:nvPr/>
            </p:nvSpPr>
            <p:spPr>
              <a:xfrm>
                <a:off x="0" y="0"/>
                <a:ext cx="1273191" cy="1273191"/>
              </a:xfrm>
              <a:custGeom>
                <a:rect b="b" l="l" r="r" t="t"/>
                <a:pathLst>
                  <a:path extrusionOk="0" h="1273191" w="1273191">
                    <a:moveTo>
                      <a:pt x="0" y="0"/>
                    </a:moveTo>
                    <a:lnTo>
                      <a:pt x="1273191" y="0"/>
                    </a:lnTo>
                    <a:lnTo>
                      <a:pt x="1273191" y="1273191"/>
                    </a:lnTo>
                    <a:lnTo>
                      <a:pt x="0" y="1273191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514" name="Google Shape;514;p17"/>
              <p:cNvSpPr txBox="1"/>
              <p:nvPr/>
            </p:nvSpPr>
            <p:spPr>
              <a:xfrm>
                <a:off x="0" y="-38100"/>
                <a:ext cx="1273191" cy="1311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5" name="Google Shape;515;p17"/>
            <p:cNvGrpSpPr/>
            <p:nvPr/>
          </p:nvGrpSpPr>
          <p:grpSpPr>
            <a:xfrm rot="-2700000">
              <a:off x="872963" y="845132"/>
              <a:ext cx="1482729" cy="1538390"/>
              <a:chOff x="0" y="-38100"/>
              <a:chExt cx="1014927" cy="1053027"/>
            </a:xfrm>
          </p:grpSpPr>
          <p:sp>
            <p:nvSpPr>
              <p:cNvPr id="516" name="Google Shape;516;p17"/>
              <p:cNvSpPr/>
              <p:nvPr/>
            </p:nvSpPr>
            <p:spPr>
              <a:xfrm>
                <a:off x="0" y="0"/>
                <a:ext cx="1014927" cy="1014927"/>
              </a:xfrm>
              <a:custGeom>
                <a:rect b="b" l="l" r="r" t="t"/>
                <a:pathLst>
                  <a:path extrusionOk="0" h="1014927" w="1014927">
                    <a:moveTo>
                      <a:pt x="0" y="0"/>
                    </a:moveTo>
                    <a:lnTo>
                      <a:pt x="1014927" y="0"/>
                    </a:lnTo>
                    <a:lnTo>
                      <a:pt x="1014927" y="1014927"/>
                    </a:lnTo>
                    <a:lnTo>
                      <a:pt x="0" y="1014927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517" name="Google Shape;517;p17"/>
              <p:cNvSpPr txBox="1"/>
              <p:nvPr/>
            </p:nvSpPr>
            <p:spPr>
              <a:xfrm>
                <a:off x="0" y="-38100"/>
                <a:ext cx="1014927" cy="1053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8" name="Google Shape;518;p17"/>
          <p:cNvGrpSpPr/>
          <p:nvPr/>
        </p:nvGrpSpPr>
        <p:grpSpPr>
          <a:xfrm>
            <a:off x="-16897" y="2504916"/>
            <a:ext cx="1240264" cy="1240264"/>
            <a:chOff x="-39359" y="-39359"/>
            <a:chExt cx="3307371" cy="3307371"/>
          </a:xfrm>
        </p:grpSpPr>
        <p:grpSp>
          <p:nvGrpSpPr>
            <p:cNvPr id="519" name="Google Shape;519;p17"/>
            <p:cNvGrpSpPr/>
            <p:nvPr/>
          </p:nvGrpSpPr>
          <p:grpSpPr>
            <a:xfrm rot="-2700000">
              <a:off x="458910" y="431079"/>
              <a:ext cx="2310834" cy="2366495"/>
              <a:chOff x="0" y="-38100"/>
              <a:chExt cx="1581765" cy="1619865"/>
            </a:xfrm>
          </p:grpSpPr>
          <p:sp>
            <p:nvSpPr>
              <p:cNvPr id="520" name="Google Shape;520;p17"/>
              <p:cNvSpPr/>
              <p:nvPr/>
            </p:nvSpPr>
            <p:spPr>
              <a:xfrm>
                <a:off x="0" y="0"/>
                <a:ext cx="1581765" cy="1581765"/>
              </a:xfrm>
              <a:custGeom>
                <a:rect b="b" l="l" r="r" t="t"/>
                <a:pathLst>
                  <a:path extrusionOk="0" h="1581765" w="1581765">
                    <a:moveTo>
                      <a:pt x="0" y="0"/>
                    </a:moveTo>
                    <a:lnTo>
                      <a:pt x="1581765" y="0"/>
                    </a:lnTo>
                    <a:lnTo>
                      <a:pt x="1581765" y="1581765"/>
                    </a:lnTo>
                    <a:lnTo>
                      <a:pt x="0" y="1581765"/>
                    </a:lnTo>
                    <a:close/>
                  </a:path>
                </a:pathLst>
              </a:custGeom>
              <a:solidFill>
                <a:srgbClr val="3A3C3F"/>
              </a:solidFill>
              <a:ln>
                <a:noFill/>
              </a:ln>
            </p:spPr>
          </p:sp>
          <p:sp>
            <p:nvSpPr>
              <p:cNvPr id="521" name="Google Shape;521;p17"/>
              <p:cNvSpPr txBox="1"/>
              <p:nvPr/>
            </p:nvSpPr>
            <p:spPr>
              <a:xfrm>
                <a:off x="0" y="-38100"/>
                <a:ext cx="1581765" cy="16198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2" name="Google Shape;522;p17"/>
            <p:cNvGrpSpPr/>
            <p:nvPr/>
          </p:nvGrpSpPr>
          <p:grpSpPr>
            <a:xfrm rot="-2700000">
              <a:off x="684312" y="656481"/>
              <a:ext cx="1860031" cy="1915692"/>
              <a:chOff x="0" y="-38100"/>
              <a:chExt cx="1273191" cy="1311291"/>
            </a:xfrm>
          </p:grpSpPr>
          <p:sp>
            <p:nvSpPr>
              <p:cNvPr id="523" name="Google Shape;523;p17"/>
              <p:cNvSpPr/>
              <p:nvPr/>
            </p:nvSpPr>
            <p:spPr>
              <a:xfrm>
                <a:off x="0" y="0"/>
                <a:ext cx="1273191" cy="1273191"/>
              </a:xfrm>
              <a:custGeom>
                <a:rect b="b" l="l" r="r" t="t"/>
                <a:pathLst>
                  <a:path extrusionOk="0" h="1273191" w="1273191">
                    <a:moveTo>
                      <a:pt x="0" y="0"/>
                    </a:moveTo>
                    <a:lnTo>
                      <a:pt x="1273191" y="0"/>
                    </a:lnTo>
                    <a:lnTo>
                      <a:pt x="1273191" y="1273191"/>
                    </a:lnTo>
                    <a:lnTo>
                      <a:pt x="0" y="1273191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524" name="Google Shape;524;p17"/>
              <p:cNvSpPr txBox="1"/>
              <p:nvPr/>
            </p:nvSpPr>
            <p:spPr>
              <a:xfrm>
                <a:off x="0" y="-38100"/>
                <a:ext cx="1273191" cy="1311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5" name="Google Shape;525;p17"/>
            <p:cNvGrpSpPr/>
            <p:nvPr/>
          </p:nvGrpSpPr>
          <p:grpSpPr>
            <a:xfrm rot="-2700000">
              <a:off x="872963" y="845132"/>
              <a:ext cx="1482729" cy="1538390"/>
              <a:chOff x="0" y="-38100"/>
              <a:chExt cx="1014927" cy="1053027"/>
            </a:xfrm>
          </p:grpSpPr>
          <p:sp>
            <p:nvSpPr>
              <p:cNvPr id="526" name="Google Shape;526;p17"/>
              <p:cNvSpPr/>
              <p:nvPr/>
            </p:nvSpPr>
            <p:spPr>
              <a:xfrm>
                <a:off x="0" y="0"/>
                <a:ext cx="1014927" cy="1014927"/>
              </a:xfrm>
              <a:custGeom>
                <a:rect b="b" l="l" r="r" t="t"/>
                <a:pathLst>
                  <a:path extrusionOk="0" h="1014927" w="1014927">
                    <a:moveTo>
                      <a:pt x="0" y="0"/>
                    </a:moveTo>
                    <a:lnTo>
                      <a:pt x="1014927" y="0"/>
                    </a:lnTo>
                    <a:lnTo>
                      <a:pt x="1014927" y="1014927"/>
                    </a:lnTo>
                    <a:lnTo>
                      <a:pt x="0" y="1014927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527" name="Google Shape;527;p17"/>
              <p:cNvSpPr txBox="1"/>
              <p:nvPr/>
            </p:nvSpPr>
            <p:spPr>
              <a:xfrm>
                <a:off x="0" y="-38100"/>
                <a:ext cx="1014927" cy="1053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28" name="Google Shape;528;p17"/>
          <p:cNvGrpSpPr/>
          <p:nvPr/>
        </p:nvGrpSpPr>
        <p:grpSpPr>
          <a:xfrm>
            <a:off x="7905872" y="1453485"/>
            <a:ext cx="1240264" cy="1240264"/>
            <a:chOff x="-39359" y="-39359"/>
            <a:chExt cx="3307371" cy="3307371"/>
          </a:xfrm>
        </p:grpSpPr>
        <p:grpSp>
          <p:nvGrpSpPr>
            <p:cNvPr id="529" name="Google Shape;529;p17"/>
            <p:cNvGrpSpPr/>
            <p:nvPr/>
          </p:nvGrpSpPr>
          <p:grpSpPr>
            <a:xfrm rot="-2700000">
              <a:off x="458910" y="431079"/>
              <a:ext cx="2310834" cy="2366495"/>
              <a:chOff x="0" y="-38100"/>
              <a:chExt cx="1581765" cy="1619865"/>
            </a:xfrm>
          </p:grpSpPr>
          <p:sp>
            <p:nvSpPr>
              <p:cNvPr id="530" name="Google Shape;530;p17"/>
              <p:cNvSpPr/>
              <p:nvPr/>
            </p:nvSpPr>
            <p:spPr>
              <a:xfrm>
                <a:off x="0" y="0"/>
                <a:ext cx="1581765" cy="1581765"/>
              </a:xfrm>
              <a:custGeom>
                <a:rect b="b" l="l" r="r" t="t"/>
                <a:pathLst>
                  <a:path extrusionOk="0" h="1581765" w="1581765">
                    <a:moveTo>
                      <a:pt x="0" y="0"/>
                    </a:moveTo>
                    <a:lnTo>
                      <a:pt x="1581765" y="0"/>
                    </a:lnTo>
                    <a:lnTo>
                      <a:pt x="1581765" y="1581765"/>
                    </a:lnTo>
                    <a:lnTo>
                      <a:pt x="0" y="1581765"/>
                    </a:lnTo>
                    <a:close/>
                  </a:path>
                </a:pathLst>
              </a:custGeom>
              <a:solidFill>
                <a:srgbClr val="3A3C3F"/>
              </a:solidFill>
              <a:ln>
                <a:noFill/>
              </a:ln>
            </p:spPr>
          </p:sp>
          <p:sp>
            <p:nvSpPr>
              <p:cNvPr id="531" name="Google Shape;531;p17"/>
              <p:cNvSpPr txBox="1"/>
              <p:nvPr/>
            </p:nvSpPr>
            <p:spPr>
              <a:xfrm>
                <a:off x="0" y="-38100"/>
                <a:ext cx="1581765" cy="16198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2" name="Google Shape;532;p17"/>
            <p:cNvGrpSpPr/>
            <p:nvPr/>
          </p:nvGrpSpPr>
          <p:grpSpPr>
            <a:xfrm rot="-2700000">
              <a:off x="684312" y="656481"/>
              <a:ext cx="1860031" cy="1915692"/>
              <a:chOff x="0" y="-38100"/>
              <a:chExt cx="1273191" cy="1311291"/>
            </a:xfrm>
          </p:grpSpPr>
          <p:sp>
            <p:nvSpPr>
              <p:cNvPr id="533" name="Google Shape;533;p17"/>
              <p:cNvSpPr/>
              <p:nvPr/>
            </p:nvSpPr>
            <p:spPr>
              <a:xfrm>
                <a:off x="0" y="0"/>
                <a:ext cx="1273191" cy="1273191"/>
              </a:xfrm>
              <a:custGeom>
                <a:rect b="b" l="l" r="r" t="t"/>
                <a:pathLst>
                  <a:path extrusionOk="0" h="1273191" w="1273191">
                    <a:moveTo>
                      <a:pt x="0" y="0"/>
                    </a:moveTo>
                    <a:lnTo>
                      <a:pt x="1273191" y="0"/>
                    </a:lnTo>
                    <a:lnTo>
                      <a:pt x="1273191" y="1273191"/>
                    </a:lnTo>
                    <a:lnTo>
                      <a:pt x="0" y="1273191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534" name="Google Shape;534;p17"/>
              <p:cNvSpPr txBox="1"/>
              <p:nvPr/>
            </p:nvSpPr>
            <p:spPr>
              <a:xfrm>
                <a:off x="0" y="-38100"/>
                <a:ext cx="1273191" cy="1311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5" name="Google Shape;535;p17"/>
            <p:cNvGrpSpPr/>
            <p:nvPr/>
          </p:nvGrpSpPr>
          <p:grpSpPr>
            <a:xfrm rot="-2700000">
              <a:off x="872963" y="845132"/>
              <a:ext cx="1482729" cy="1538390"/>
              <a:chOff x="0" y="-38100"/>
              <a:chExt cx="1014927" cy="1053027"/>
            </a:xfrm>
          </p:grpSpPr>
          <p:sp>
            <p:nvSpPr>
              <p:cNvPr id="536" name="Google Shape;536;p17"/>
              <p:cNvSpPr/>
              <p:nvPr/>
            </p:nvSpPr>
            <p:spPr>
              <a:xfrm>
                <a:off x="0" y="0"/>
                <a:ext cx="1014927" cy="1014927"/>
              </a:xfrm>
              <a:custGeom>
                <a:rect b="b" l="l" r="r" t="t"/>
                <a:pathLst>
                  <a:path extrusionOk="0" h="1014927" w="1014927">
                    <a:moveTo>
                      <a:pt x="0" y="0"/>
                    </a:moveTo>
                    <a:lnTo>
                      <a:pt x="1014927" y="0"/>
                    </a:lnTo>
                    <a:lnTo>
                      <a:pt x="1014927" y="1014927"/>
                    </a:lnTo>
                    <a:lnTo>
                      <a:pt x="0" y="1014927"/>
                    </a:lnTo>
                    <a:close/>
                  </a:path>
                </a:pathLst>
              </a:custGeom>
              <a:solidFill>
                <a:srgbClr val="E33286"/>
              </a:solidFill>
              <a:ln>
                <a:noFill/>
              </a:ln>
            </p:spPr>
          </p:sp>
          <p:sp>
            <p:nvSpPr>
              <p:cNvPr id="537" name="Google Shape;537;p17"/>
              <p:cNvSpPr txBox="1"/>
              <p:nvPr/>
            </p:nvSpPr>
            <p:spPr>
              <a:xfrm>
                <a:off x="0" y="-38100"/>
                <a:ext cx="1014927" cy="1053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38" name="Google Shape;538;p17"/>
          <p:cNvGrpSpPr/>
          <p:nvPr/>
        </p:nvGrpSpPr>
        <p:grpSpPr>
          <a:xfrm>
            <a:off x="514350" y="-72330"/>
            <a:ext cx="8115300" cy="5215830"/>
            <a:chOff x="0" y="-38100"/>
            <a:chExt cx="4274726" cy="2747433"/>
          </a:xfrm>
        </p:grpSpPr>
        <p:sp>
          <p:nvSpPr>
            <p:cNvPr id="539" name="Google Shape;539;p17"/>
            <p:cNvSpPr/>
            <p:nvPr/>
          </p:nvSpPr>
          <p:spPr>
            <a:xfrm>
              <a:off x="0" y="0"/>
              <a:ext cx="4274726" cy="2709333"/>
            </a:xfrm>
            <a:custGeom>
              <a:rect b="b" l="l" r="r" t="t"/>
              <a:pathLst>
                <a:path extrusionOk="0" h="270933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40" name="Google Shape;540;p17"/>
            <p:cNvSpPr txBox="1"/>
            <p:nvPr/>
          </p:nvSpPr>
          <p:spPr>
            <a:xfrm>
              <a:off x="0" y="-38100"/>
              <a:ext cx="427472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1" name="Google Shape;541;p17"/>
          <p:cNvSpPr/>
          <p:nvPr/>
        </p:nvSpPr>
        <p:spPr>
          <a:xfrm>
            <a:off x="693500" y="981199"/>
            <a:ext cx="3095884" cy="4230550"/>
          </a:xfrm>
          <a:custGeom>
            <a:rect b="b" l="l" r="r" t="t"/>
            <a:pathLst>
              <a:path extrusionOk="0" h="1203263" w="880539">
                <a:moveTo>
                  <a:pt x="0" y="0"/>
                </a:moveTo>
                <a:lnTo>
                  <a:pt x="880539" y="0"/>
                </a:lnTo>
                <a:lnTo>
                  <a:pt x="880539" y="1203263"/>
                </a:lnTo>
                <a:lnTo>
                  <a:pt x="0" y="120326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8325" r="-18325" t="0"/>
            </a:stretch>
          </a:blipFill>
          <a:ln>
            <a:noFill/>
          </a:ln>
        </p:spPr>
      </p:sp>
      <p:sp>
        <p:nvSpPr>
          <p:cNvPr id="542" name="Google Shape;542;p17"/>
          <p:cNvSpPr txBox="1"/>
          <p:nvPr/>
        </p:nvSpPr>
        <p:spPr>
          <a:xfrm>
            <a:off x="331980" y="206454"/>
            <a:ext cx="8115300" cy="427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500" u="none" cap="none" strike="noStrike">
                <a:solidFill>
                  <a:srgbClr val="3A3C3F"/>
                </a:solidFill>
                <a:latin typeface="DM Sans"/>
                <a:ea typeface="DM Sans"/>
                <a:cs typeface="DM Sans"/>
                <a:sym typeface="DM Sans"/>
              </a:rPr>
              <a:t>FROM BECOMING HER 1.0</a:t>
            </a:r>
            <a:endParaRPr sz="700"/>
          </a:p>
        </p:txBody>
      </p:sp>
      <p:sp>
        <p:nvSpPr>
          <p:cNvPr id="543" name="Google Shape;543;p17"/>
          <p:cNvSpPr txBox="1"/>
          <p:nvPr/>
        </p:nvSpPr>
        <p:spPr>
          <a:xfrm>
            <a:off x="4004027" y="1079226"/>
            <a:ext cx="3671728" cy="256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3D3328"/>
                </a:solidFill>
                <a:latin typeface="DM Sans"/>
                <a:ea typeface="DM Sans"/>
                <a:cs typeface="DM Sans"/>
                <a:sym typeface="DM Sans"/>
              </a:rPr>
              <a:t>Testimonial 1</a:t>
            </a:r>
            <a:endParaRPr sz="700"/>
          </a:p>
        </p:txBody>
      </p:sp>
      <p:sp>
        <p:nvSpPr>
          <p:cNvPr id="544" name="Google Shape;544;p17"/>
          <p:cNvSpPr txBox="1"/>
          <p:nvPr/>
        </p:nvSpPr>
        <p:spPr>
          <a:xfrm>
            <a:off x="4017986" y="2429352"/>
            <a:ext cx="3671728" cy="256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3D3328"/>
                </a:solidFill>
                <a:latin typeface="DM Sans"/>
                <a:ea typeface="DM Sans"/>
                <a:cs typeface="DM Sans"/>
                <a:sym typeface="DM Sans"/>
              </a:rPr>
              <a:t>Testimonial 2</a:t>
            </a:r>
            <a:endParaRPr sz="700"/>
          </a:p>
        </p:txBody>
      </p:sp>
      <p:sp>
        <p:nvSpPr>
          <p:cNvPr id="545" name="Google Shape;545;p17"/>
          <p:cNvSpPr txBox="1"/>
          <p:nvPr/>
        </p:nvSpPr>
        <p:spPr>
          <a:xfrm>
            <a:off x="4004027" y="3775585"/>
            <a:ext cx="3671728" cy="2562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3D3328"/>
                </a:solidFill>
                <a:latin typeface="DM Sans"/>
                <a:ea typeface="DM Sans"/>
                <a:cs typeface="DM Sans"/>
                <a:sym typeface="DM Sans"/>
              </a:rPr>
              <a:t>Testimonial 3</a:t>
            </a:r>
            <a:endParaRPr sz="700"/>
          </a:p>
        </p:txBody>
      </p:sp>
      <p:sp>
        <p:nvSpPr>
          <p:cNvPr id="546" name="Google Shape;546;p17"/>
          <p:cNvSpPr txBox="1"/>
          <p:nvPr/>
        </p:nvSpPr>
        <p:spPr>
          <a:xfrm>
            <a:off x="4019145" y="1449195"/>
            <a:ext cx="3671728" cy="6608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3D3328"/>
                </a:solidFill>
                <a:latin typeface="DM Sans"/>
                <a:ea typeface="DM Sans"/>
                <a:cs typeface="DM Sans"/>
                <a:sym typeface="DM Sans"/>
              </a:rPr>
              <a:t>“I learnt from Seun that I should not doubt my goals but rather let it keep pushing me”</a:t>
            </a:r>
            <a:endParaRPr sz="700"/>
          </a:p>
          <a:p>
            <a:pPr indent="0" lvl="0" marL="0" marR="0" rtl="0" algn="l">
              <a:lnSpc>
                <a:spcPct val="138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3D3328"/>
                </a:solidFill>
                <a:latin typeface="DM Sans"/>
                <a:ea typeface="DM Sans"/>
                <a:cs typeface="DM Sans"/>
                <a:sym typeface="DM Sans"/>
              </a:rPr>
              <a:t>-Tofarati</a:t>
            </a:r>
            <a:endParaRPr sz="700"/>
          </a:p>
        </p:txBody>
      </p:sp>
      <p:sp>
        <p:nvSpPr>
          <p:cNvPr id="547" name="Google Shape;547;p17"/>
          <p:cNvSpPr txBox="1"/>
          <p:nvPr/>
        </p:nvSpPr>
        <p:spPr>
          <a:xfrm>
            <a:off x="4019145" y="2795135"/>
            <a:ext cx="3671728" cy="638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3D3328"/>
                </a:solidFill>
                <a:latin typeface="DM Sans"/>
                <a:ea typeface="DM Sans"/>
                <a:cs typeface="DM Sans"/>
                <a:sym typeface="DM Sans"/>
              </a:rPr>
              <a:t>“I learnt that my circle of influence really matters in shaping who I become”</a:t>
            </a:r>
            <a:endParaRPr sz="700"/>
          </a:p>
          <a:p>
            <a:pPr indent="0" lvl="0" marL="0" marR="0" rtl="0" algn="l">
              <a:lnSpc>
                <a:spcPct val="138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3D3328"/>
                </a:solidFill>
                <a:latin typeface="DM Sans"/>
                <a:ea typeface="DM Sans"/>
                <a:cs typeface="DM Sans"/>
                <a:sym typeface="DM Sans"/>
              </a:rPr>
              <a:t>-Christabella</a:t>
            </a:r>
            <a:endParaRPr sz="700"/>
          </a:p>
        </p:txBody>
      </p:sp>
      <p:sp>
        <p:nvSpPr>
          <p:cNvPr id="548" name="Google Shape;548;p17"/>
          <p:cNvSpPr txBox="1"/>
          <p:nvPr/>
        </p:nvSpPr>
        <p:spPr>
          <a:xfrm>
            <a:off x="4004027" y="4092586"/>
            <a:ext cx="3671728" cy="852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3D3328"/>
                </a:solidFill>
                <a:latin typeface="DM Sans"/>
                <a:ea typeface="DM Sans"/>
                <a:cs typeface="DM Sans"/>
                <a:sym typeface="DM Sans"/>
              </a:rPr>
              <a:t>“I learnt from Mrs Isimeme that grit and consistency is very important to get things done”</a:t>
            </a:r>
            <a:endParaRPr sz="700"/>
          </a:p>
          <a:p>
            <a:pPr indent="0" lvl="0" marL="0" marR="0" rtl="0" algn="l">
              <a:lnSpc>
                <a:spcPct val="138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3D3328"/>
                </a:solidFill>
                <a:latin typeface="DM Sans"/>
                <a:ea typeface="DM Sans"/>
                <a:cs typeface="DM Sans"/>
                <a:sym typeface="DM Sans"/>
              </a:rPr>
              <a:t>-Adesewa</a:t>
            </a:r>
            <a:endParaRPr sz="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E7F7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8"/>
          <p:cNvSpPr txBox="1"/>
          <p:nvPr/>
        </p:nvSpPr>
        <p:spPr>
          <a:xfrm>
            <a:off x="370819" y="16382"/>
            <a:ext cx="8103494" cy="557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BE IN THE ROOM</a:t>
            </a:r>
            <a:endParaRPr sz="700"/>
          </a:p>
        </p:txBody>
      </p:sp>
      <p:sp>
        <p:nvSpPr>
          <p:cNvPr id="554" name="Google Shape;554;p18"/>
          <p:cNvSpPr/>
          <p:nvPr/>
        </p:nvSpPr>
        <p:spPr>
          <a:xfrm>
            <a:off x="0" y="573976"/>
            <a:ext cx="4569524" cy="4569524"/>
          </a:xfrm>
          <a:custGeom>
            <a:rect b="b" l="l" r="r" t="t"/>
            <a:pathLst>
              <a:path extrusionOk="0" h="9139048" w="9139048">
                <a:moveTo>
                  <a:pt x="0" y="0"/>
                </a:moveTo>
                <a:lnTo>
                  <a:pt x="9139048" y="0"/>
                </a:lnTo>
                <a:lnTo>
                  <a:pt x="9139048" y="9139048"/>
                </a:lnTo>
                <a:lnTo>
                  <a:pt x="0" y="91390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5" name="Google Shape;555;p18"/>
          <p:cNvSpPr txBox="1"/>
          <p:nvPr/>
        </p:nvSpPr>
        <p:spPr>
          <a:xfrm>
            <a:off x="4691304" y="1847066"/>
            <a:ext cx="4331387" cy="1347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19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Sponsorship inquiries: esabublessing7@gmail.com</a:t>
            </a:r>
            <a:endParaRPr sz="7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inquiries: engrpearls@gmail.com</a:t>
            </a:r>
            <a:endParaRPr sz="7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67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8"/>
          <p:cNvSpPr txBox="1"/>
          <p:nvPr/>
        </p:nvSpPr>
        <p:spPr>
          <a:xfrm>
            <a:off x="4808528" y="4600575"/>
            <a:ext cx="4214163" cy="421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300" u="none" cap="none" strike="noStrike">
                <a:solidFill>
                  <a:srgbClr val="000000"/>
                </a:solidFill>
                <a:latin typeface="Sansita"/>
                <a:ea typeface="Sansita"/>
                <a:cs typeface="Sansita"/>
                <a:sym typeface="Sansita"/>
              </a:rPr>
              <a:t>Becoming Her 2.0: IDENA — Discover. Evolve. Ascend.</a:t>
            </a:r>
            <a:endParaRPr sz="700"/>
          </a:p>
          <a:p>
            <a:pPr indent="0" lvl="0" marL="0" marR="0" rtl="0" algn="ctr">
              <a:lnSpc>
                <a:spcPct val="1184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300" u="none" cap="none" strike="noStrike">
              <a:solidFill>
                <a:srgbClr val="000000"/>
              </a:solidFill>
              <a:latin typeface="Sansita"/>
              <a:ea typeface="Sansita"/>
              <a:cs typeface="Sansita"/>
              <a:sym typeface="Sansit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